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2" r:id="rId5"/>
  </p:sldMasterIdLst>
  <p:notesMasterIdLst>
    <p:notesMasterId r:id="rId13"/>
  </p:notesMasterIdLst>
  <p:sldIdLst/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0BC982-103E-4F11-8DA1-D3B2A65378D8}" v="687" dt="2026-09-22T07:05:33.2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6/11/relationships/changesInfo" Target="changesInfos/changesInfo1.xml"/><Relationship Id="rId1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mi Narayanan M S" userId="4f29f691-0dd0-4829-ab7d-5728a14109f4" providerId="ADAL" clId="{0144E0F7-3322-4E79-875C-1B288E12E010}"/>
    <pc:docChg chg="undo redo custSel addSld modSld sldOrd">
      <pc:chgData name="Lakshmi Narayanan M S" userId="4f29f691-0dd0-4829-ab7d-5728a14109f4" providerId="ADAL" clId="{0144E0F7-3322-4E79-875C-1B288E12E010}" dt="2026-09-22T07:06:01.813" v="1050" actId="478"/>
      <pc:docMkLst>
        <pc:docMk/>
      </pc:docMkLst>
      <pc:sldChg chg="addSp modSp mod">
        <pc:chgData name="Lakshmi Narayanan M S" userId="4f29f691-0dd0-4829-ab7d-5728a14109f4" providerId="ADAL" clId="{0144E0F7-3322-4E79-875C-1B288E12E010}" dt="2026-09-22T06:10:51.607" v="880" actId="20577"/>
        <pc:sldMkLst>
          <pc:docMk/>
          <pc:sldMk cId="787973868" sldId="257"/>
        </pc:sldMkLst>
        <pc:spChg chg="mod">
          <ac:chgData name="Lakshmi Narayanan M S" userId="4f29f691-0dd0-4829-ab7d-5728a14109f4" providerId="ADAL" clId="{0144E0F7-3322-4E79-875C-1B288E12E010}" dt="2026-09-22T06:04:50.684" v="625" actId="6549"/>
          <ac:spMkLst>
            <pc:docMk/>
            <pc:sldMk cId="787973868" sldId="257"/>
            <ac:spMk id="4" creationId="{B719F515-1CF5-319E-AB72-9240C6C9A88A}"/>
          </ac:spMkLst>
        </pc:spChg>
        <pc:spChg chg="mod">
          <ac:chgData name="Lakshmi Narayanan M S" userId="4f29f691-0dd0-4829-ab7d-5728a14109f4" providerId="ADAL" clId="{0144E0F7-3322-4E79-875C-1B288E12E010}" dt="2026-09-22T06:05:07.859" v="627" actId="1076"/>
          <ac:spMkLst>
            <pc:docMk/>
            <pc:sldMk cId="787973868" sldId="257"/>
            <ac:spMk id="6" creationId="{17208951-FC4D-B6E1-B6C6-BE6C0BA9C26D}"/>
          </ac:spMkLst>
        </pc:spChg>
        <pc:spChg chg="mod">
          <ac:chgData name="Lakshmi Narayanan M S" userId="4f29f691-0dd0-4829-ab7d-5728a14109f4" providerId="ADAL" clId="{0144E0F7-3322-4E79-875C-1B288E12E010}" dt="2026-09-22T06:10:51.607" v="880" actId="20577"/>
          <ac:spMkLst>
            <pc:docMk/>
            <pc:sldMk cId="787973868" sldId="257"/>
            <ac:spMk id="11" creationId="{6113CC5B-A917-AC48-8B95-73A9ADF62A7D}"/>
          </ac:spMkLst>
        </pc:spChg>
        <pc:spChg chg="mod">
          <ac:chgData name="Lakshmi Narayanan M S" userId="4f29f691-0dd0-4829-ab7d-5728a14109f4" providerId="ADAL" clId="{0144E0F7-3322-4E79-875C-1B288E12E010}" dt="2026-09-05T04:35:09.069" v="377" actId="20577"/>
          <ac:spMkLst>
            <pc:docMk/>
            <pc:sldMk cId="787973868" sldId="257"/>
            <ac:spMk id="14" creationId="{AAB0C11D-6D13-A641-B9A3-BD0CD604669B}"/>
          </ac:spMkLst>
        </pc:spChg>
        <pc:spChg chg="mod">
          <ac:chgData name="Lakshmi Narayanan M S" userId="4f29f691-0dd0-4829-ab7d-5728a14109f4" providerId="ADAL" clId="{0144E0F7-3322-4E79-875C-1B288E12E010}" dt="2026-09-22T06:05:03.023" v="626" actId="207"/>
          <ac:spMkLst>
            <pc:docMk/>
            <pc:sldMk cId="787973868" sldId="257"/>
            <ac:spMk id="35" creationId="{15DE429C-63E1-C9DD-47D1-CE9A89E32CF4}"/>
          </ac:spMkLst>
        </pc:spChg>
        <pc:spChg chg="add mod">
          <ac:chgData name="Lakshmi Narayanan M S" userId="4f29f691-0dd0-4829-ab7d-5728a14109f4" providerId="ADAL" clId="{0144E0F7-3322-4E79-875C-1B288E12E010}" dt="2026-09-22T06:05:27.785" v="696" actId="207"/>
          <ac:spMkLst>
            <pc:docMk/>
            <pc:sldMk cId="787973868" sldId="257"/>
            <ac:spMk id="37" creationId="{82937203-B06C-0ABC-DE3F-57B92EA6FB67}"/>
          </ac:spMkLst>
        </pc:spChg>
        <pc:spChg chg="mod">
          <ac:chgData name="Lakshmi Narayanan M S" userId="4f29f691-0dd0-4829-ab7d-5728a14109f4" providerId="ADAL" clId="{0144E0F7-3322-4E79-875C-1B288E12E010}" dt="2026-09-22T06:02:43.407" v="431" actId="207"/>
          <ac:spMkLst>
            <pc:docMk/>
            <pc:sldMk cId="787973868" sldId="257"/>
            <ac:spMk id="40" creationId="{AAB3C27E-1B9D-4C21-8BEC-0AA7155D3D5A}"/>
          </ac:spMkLst>
        </pc:spChg>
        <pc:spChg chg="add mod">
          <ac:chgData name="Lakshmi Narayanan M S" userId="4f29f691-0dd0-4829-ab7d-5728a14109f4" providerId="ADAL" clId="{0144E0F7-3322-4E79-875C-1B288E12E010}" dt="2026-09-22T06:05:37.598" v="758" actId="1035"/>
          <ac:spMkLst>
            <pc:docMk/>
            <pc:sldMk cId="787973868" sldId="257"/>
            <ac:spMk id="42" creationId="{002825D8-0840-77AD-36F6-371A7EE98F94}"/>
          </ac:spMkLst>
        </pc:spChg>
        <pc:spChg chg="mod">
          <ac:chgData name="Lakshmi Narayanan M S" userId="4f29f691-0dd0-4829-ab7d-5728a14109f4" providerId="ADAL" clId="{0144E0F7-3322-4E79-875C-1B288E12E010}" dt="2026-09-22T06:04:33.993" v="590" actId="6549"/>
          <ac:spMkLst>
            <pc:docMk/>
            <pc:sldMk cId="787973868" sldId="257"/>
            <ac:spMk id="46" creationId="{9EA20532-93B1-B07D-E7C1-8F020804F854}"/>
          </ac:spMkLst>
        </pc:spChg>
      </pc:sldChg>
      <pc:sldChg chg="modSp mod">
        <pc:chgData name="Lakshmi Narayanan M S" userId="4f29f691-0dd0-4829-ab7d-5728a14109f4" providerId="ADAL" clId="{0144E0F7-3322-4E79-875C-1B288E12E010}" dt="2026-09-22T06:10:04.061" v="873" actId="20577"/>
        <pc:sldMkLst>
          <pc:docMk/>
          <pc:sldMk cId="356715375" sldId="2147375843"/>
        </pc:sldMkLst>
        <pc:graphicFrameChg chg="modGraphic">
          <ac:chgData name="Lakshmi Narayanan M S" userId="4f29f691-0dd0-4829-ab7d-5728a14109f4" providerId="ADAL" clId="{0144E0F7-3322-4E79-875C-1B288E12E010}" dt="2026-09-22T06:10:04.061" v="873" actId="20577"/>
          <ac:graphicFrameMkLst>
            <pc:docMk/>
            <pc:sldMk cId="356715375" sldId="2147375843"/>
            <ac:graphicFrameMk id="9" creationId="{AAC0818D-11F8-467A-EE53-053086E94FA9}"/>
          </ac:graphicFrameMkLst>
        </pc:graphicFrameChg>
        <pc:graphicFrameChg chg="modGraphic">
          <ac:chgData name="Lakshmi Narayanan M S" userId="4f29f691-0dd0-4829-ab7d-5728a14109f4" providerId="ADAL" clId="{0144E0F7-3322-4E79-875C-1B288E12E010}" dt="2026-09-05T04:34:44.393" v="360" actId="20577"/>
          <ac:graphicFrameMkLst>
            <pc:docMk/>
            <pc:sldMk cId="356715375" sldId="2147375843"/>
            <ac:graphicFrameMk id="20" creationId="{AAB40E03-15A1-459B-8C23-5B69C3361DEA}"/>
          </ac:graphicFrameMkLst>
        </pc:graphicFrameChg>
      </pc:sldChg>
      <pc:sldChg chg="modSp mod ord">
        <pc:chgData name="Lakshmi Narayanan M S" userId="4f29f691-0dd0-4829-ab7d-5728a14109f4" providerId="ADAL" clId="{0144E0F7-3322-4E79-875C-1B288E12E010}" dt="2026-09-22T06:09:27.836" v="867"/>
        <pc:sldMkLst>
          <pc:docMk/>
          <pc:sldMk cId="662145663" sldId="2147375844"/>
        </pc:sldMkLst>
        <pc:spChg chg="mod">
          <ac:chgData name="Lakshmi Narayanan M S" userId="4f29f691-0dd0-4829-ab7d-5728a14109f4" providerId="ADAL" clId="{0144E0F7-3322-4E79-875C-1B288E12E010}" dt="2026-09-22T06:01:20.409" v="427" actId="20577"/>
          <ac:spMkLst>
            <pc:docMk/>
            <pc:sldMk cId="662145663" sldId="2147375844"/>
            <ac:spMk id="12" creationId="{2040EEB5-5E2F-8DA0-35DB-7CAF9D52C78B}"/>
          </ac:spMkLst>
        </pc:spChg>
      </pc:sldChg>
      <pc:sldChg chg="addSp delSp modSp add mod">
        <pc:chgData name="Lakshmi Narayanan M S" userId="4f29f691-0dd0-4829-ab7d-5728a14109f4" providerId="ADAL" clId="{0144E0F7-3322-4E79-875C-1B288E12E010}" dt="2026-09-22T07:05:11.310" v="1043" actId="1076"/>
        <pc:sldMkLst>
          <pc:docMk/>
          <pc:sldMk cId="562770967" sldId="2147375846"/>
        </pc:sldMkLst>
        <pc:spChg chg="mod">
          <ac:chgData name="Lakshmi Narayanan M S" userId="4f29f691-0dd0-4829-ab7d-5728a14109f4" providerId="ADAL" clId="{0144E0F7-3322-4E79-875C-1B288E12E010}" dt="2026-09-22T06:00:04.921" v="414" actId="20577"/>
          <ac:spMkLst>
            <pc:docMk/>
            <pc:sldMk cId="562770967" sldId="2147375846"/>
            <ac:spMk id="12" creationId="{E54854B9-88B8-36C2-DB97-ACF1A2F35BDD}"/>
          </ac:spMkLst>
        </pc:spChg>
        <pc:spChg chg="add mod">
          <ac:chgData name="Lakshmi Narayanan M S" userId="4f29f691-0dd0-4829-ab7d-5728a14109f4" providerId="ADAL" clId="{0144E0F7-3322-4E79-875C-1B288E12E010}" dt="2026-09-22T06:00:50.821" v="416" actId="164"/>
          <ac:spMkLst>
            <pc:docMk/>
            <pc:sldMk cId="562770967" sldId="2147375846"/>
            <ac:spMk id="20" creationId="{4315F2AB-D850-1E4E-2A32-D90DBCC8C91B}"/>
          </ac:spMkLst>
        </pc:spChg>
        <pc:spChg chg="add mod">
          <ac:chgData name="Lakshmi Narayanan M S" userId="4f29f691-0dd0-4829-ab7d-5728a14109f4" providerId="ADAL" clId="{0144E0F7-3322-4E79-875C-1B288E12E010}" dt="2026-09-22T06:00:50.821" v="416" actId="164"/>
          <ac:spMkLst>
            <pc:docMk/>
            <pc:sldMk cId="562770967" sldId="2147375846"/>
            <ac:spMk id="46" creationId="{3DDEEAAF-9AFF-1335-8F82-CF7419ED5E79}"/>
          </ac:spMkLst>
        </pc:spChg>
        <pc:spChg chg="add mod">
          <ac:chgData name="Lakshmi Narayanan M S" userId="4f29f691-0dd0-4829-ab7d-5728a14109f4" providerId="ADAL" clId="{0144E0F7-3322-4E79-875C-1B288E12E010}" dt="2026-09-22T06:00:50.821" v="416" actId="164"/>
          <ac:spMkLst>
            <pc:docMk/>
            <pc:sldMk cId="562770967" sldId="2147375846"/>
            <ac:spMk id="48" creationId="{2FA2795A-5B39-6F37-5556-3B044BB90CD4}"/>
          </ac:spMkLst>
        </pc:spChg>
        <pc:spChg chg="add mod">
          <ac:chgData name="Lakshmi Narayanan M S" userId="4f29f691-0dd0-4829-ab7d-5728a14109f4" providerId="ADAL" clId="{0144E0F7-3322-4E79-875C-1B288E12E010}" dt="2026-09-22T06:00:50.821" v="416" actId="164"/>
          <ac:spMkLst>
            <pc:docMk/>
            <pc:sldMk cId="562770967" sldId="2147375846"/>
            <ac:spMk id="50" creationId="{EFD33D95-001E-18BE-FDD3-22B067BDDF09}"/>
          </ac:spMkLst>
        </pc:spChg>
        <pc:spChg chg="add mod">
          <ac:chgData name="Lakshmi Narayanan M S" userId="4f29f691-0dd0-4829-ab7d-5728a14109f4" providerId="ADAL" clId="{0144E0F7-3322-4E79-875C-1B288E12E010}" dt="2026-09-22T06:00:50.821" v="416" actId="164"/>
          <ac:spMkLst>
            <pc:docMk/>
            <pc:sldMk cId="562770967" sldId="2147375846"/>
            <ac:spMk id="60" creationId="{CFBF44BE-18CD-0D48-3554-3B8435E50DBB}"/>
          </ac:spMkLst>
        </pc:spChg>
        <pc:spChg chg="add mod">
          <ac:chgData name="Lakshmi Narayanan M S" userId="4f29f691-0dd0-4829-ab7d-5728a14109f4" providerId="ADAL" clId="{0144E0F7-3322-4E79-875C-1B288E12E010}" dt="2026-09-22T06:00:50.821" v="416" actId="164"/>
          <ac:spMkLst>
            <pc:docMk/>
            <pc:sldMk cId="562770967" sldId="2147375846"/>
            <ac:spMk id="70" creationId="{890B7098-77B9-1796-7865-4C1DFC378D9E}"/>
          </ac:spMkLst>
        </pc:spChg>
        <pc:spChg chg="add mod">
          <ac:chgData name="Lakshmi Narayanan M S" userId="4f29f691-0dd0-4829-ab7d-5728a14109f4" providerId="ADAL" clId="{0144E0F7-3322-4E79-875C-1B288E12E010}" dt="2026-09-22T06:00:50.821" v="416" actId="164"/>
          <ac:spMkLst>
            <pc:docMk/>
            <pc:sldMk cId="562770967" sldId="2147375846"/>
            <ac:spMk id="74" creationId="{F630DCFD-4FB1-8BAE-C400-497AD563F65A}"/>
          </ac:spMkLst>
        </pc:spChg>
        <pc:spChg chg="add mod">
          <ac:chgData name="Lakshmi Narayanan M S" userId="4f29f691-0dd0-4829-ab7d-5728a14109f4" providerId="ADAL" clId="{0144E0F7-3322-4E79-875C-1B288E12E010}" dt="2026-09-22T06:00:50.821" v="416" actId="164"/>
          <ac:spMkLst>
            <pc:docMk/>
            <pc:sldMk cId="562770967" sldId="2147375846"/>
            <ac:spMk id="80" creationId="{A018FE3F-8F82-BCF1-A954-A7D35D9DC4D1}"/>
          </ac:spMkLst>
        </pc:spChg>
        <pc:spChg chg="add mod">
          <ac:chgData name="Lakshmi Narayanan M S" userId="4f29f691-0dd0-4829-ab7d-5728a14109f4" providerId="ADAL" clId="{0144E0F7-3322-4E79-875C-1B288E12E010}" dt="2026-09-22T06:00:50.821" v="416" actId="164"/>
          <ac:spMkLst>
            <pc:docMk/>
            <pc:sldMk cId="562770967" sldId="2147375846"/>
            <ac:spMk id="88" creationId="{A8E3CF44-340B-BA26-FD19-8C23BB0AF7FB}"/>
          </ac:spMkLst>
        </pc:spChg>
        <pc:spChg chg="add mod">
          <ac:chgData name="Lakshmi Narayanan M S" userId="4f29f691-0dd0-4829-ab7d-5728a14109f4" providerId="ADAL" clId="{0144E0F7-3322-4E79-875C-1B288E12E010}" dt="2026-09-22T06:00:50.821" v="416" actId="164"/>
          <ac:spMkLst>
            <pc:docMk/>
            <pc:sldMk cId="562770967" sldId="2147375846"/>
            <ac:spMk id="90" creationId="{0031F1CC-059B-4279-B5ED-5C7062BCB1DF}"/>
          </ac:spMkLst>
        </pc:spChg>
        <pc:spChg chg="add del">
          <ac:chgData name="Lakshmi Narayanan M S" userId="4f29f691-0dd0-4829-ab7d-5728a14109f4" providerId="ADAL" clId="{0144E0F7-3322-4E79-875C-1B288E12E010}" dt="2026-09-22T06:06:10.485" v="760" actId="22"/>
          <ac:spMkLst>
            <pc:docMk/>
            <pc:sldMk cId="562770967" sldId="2147375846"/>
            <ac:spMk id="102" creationId="{CB1BF997-32AF-7039-90D9-51AEF3D208E9}"/>
          </ac:spMkLst>
        </pc:spChg>
        <pc:grpChg chg="mod">
          <ac:chgData name="Lakshmi Narayanan M S" userId="4f29f691-0dd0-4829-ab7d-5728a14109f4" providerId="ADAL" clId="{0144E0F7-3322-4E79-875C-1B288E12E010}" dt="2026-09-22T07:05:11.310" v="1043" actId="1076"/>
          <ac:grpSpMkLst>
            <pc:docMk/>
            <pc:sldMk cId="562770967" sldId="2147375846"/>
            <ac:grpSpMk id="100" creationId="{A6BFA0FD-F8C4-8F79-DBE1-DEDAAB18EBD6}"/>
          </ac:grpSpMkLst>
        </pc:grpChg>
        <pc:grpChg chg="del">
          <ac:chgData name="Lakshmi Narayanan M S" userId="4f29f691-0dd0-4829-ab7d-5728a14109f4" providerId="ADAL" clId="{0144E0F7-3322-4E79-875C-1B288E12E010}" dt="2026-09-22T05:59:56.278" v="379" actId="478"/>
          <ac:grpSpMkLst>
            <pc:docMk/>
            <pc:sldMk cId="562770967" sldId="2147375846"/>
            <ac:grpSpMk id="228" creationId="{A2C0DD54-223D-582D-655D-8B884CB2C600}"/>
          </ac:grpSpMkLst>
        </pc:grpChg>
      </pc:sldChg>
      <pc:sldChg chg="addSp delSp modSp add mod">
        <pc:chgData name="Lakshmi Narayanan M S" userId="4f29f691-0dd0-4829-ab7d-5728a14109f4" providerId="ADAL" clId="{0144E0F7-3322-4E79-875C-1B288E12E010}" dt="2026-09-22T07:05:40.693" v="1048" actId="1076"/>
        <pc:sldMkLst>
          <pc:docMk/>
          <pc:sldMk cId="3816800973" sldId="2147375847"/>
        </pc:sldMkLst>
        <pc:spChg chg="del">
          <ac:chgData name="Lakshmi Narayanan M S" userId="4f29f691-0dd0-4829-ab7d-5728a14109f4" providerId="ADAL" clId="{0144E0F7-3322-4E79-875C-1B288E12E010}" dt="2026-09-22T06:07:12.828" v="802" actId="478"/>
          <ac:spMkLst>
            <pc:docMk/>
            <pc:sldMk cId="3816800973" sldId="2147375847"/>
            <ac:spMk id="4" creationId="{487311C1-CBD2-8803-88BF-58B4C3293F71}"/>
          </ac:spMkLst>
        </pc:spChg>
        <pc:spChg chg="mod">
          <ac:chgData name="Lakshmi Narayanan M S" userId="4f29f691-0dd0-4829-ab7d-5728a14109f4" providerId="ADAL" clId="{0144E0F7-3322-4E79-875C-1B288E12E010}" dt="2026-09-22T06:07:08.841" v="801" actId="20577"/>
          <ac:spMkLst>
            <pc:docMk/>
            <pc:sldMk cId="3816800973" sldId="2147375847"/>
            <ac:spMk id="12" creationId="{AB75EE6D-B202-AB20-E2B9-C8BCDE232CB4}"/>
          </ac:spMkLst>
        </pc:spChg>
        <pc:spChg chg="del">
          <ac:chgData name="Lakshmi Narayanan M S" userId="4f29f691-0dd0-4829-ab7d-5728a14109f4" providerId="ADAL" clId="{0144E0F7-3322-4E79-875C-1B288E12E010}" dt="2026-09-22T06:06:58.051" v="764" actId="478"/>
          <ac:spMkLst>
            <pc:docMk/>
            <pc:sldMk cId="3816800973" sldId="2147375847"/>
            <ac:spMk id="13" creationId="{AB07A9E6-1E65-9583-D18E-4655E4F793DC}"/>
          </ac:spMkLst>
        </pc:spChg>
        <pc:spChg chg="add">
          <ac:chgData name="Lakshmi Narayanan M S" userId="4f29f691-0dd0-4829-ab7d-5728a14109f4" providerId="ADAL" clId="{0144E0F7-3322-4E79-875C-1B288E12E010}" dt="2026-09-22T06:06:50.471" v="763" actId="22"/>
          <ac:spMkLst>
            <pc:docMk/>
            <pc:sldMk cId="3816800973" sldId="2147375847"/>
            <ac:spMk id="17" creationId="{7C20291B-B51C-AA8B-B6BE-753B8F57EA5B}"/>
          </ac:spMkLst>
        </pc:spChg>
        <pc:spChg chg="del">
          <ac:chgData name="Lakshmi Narayanan M S" userId="4f29f691-0dd0-4829-ab7d-5728a14109f4" providerId="ADAL" clId="{0144E0F7-3322-4E79-875C-1B288E12E010}" dt="2026-09-22T07:05:22.567" v="1046" actId="478"/>
          <ac:spMkLst>
            <pc:docMk/>
            <pc:sldMk cId="3816800973" sldId="2147375847"/>
            <ac:spMk id="21" creationId="{1036E5AD-8C07-37F4-3C7C-2D6B8B640552}"/>
          </ac:spMkLst>
        </pc:spChg>
        <pc:spChg chg="add mod">
          <ac:chgData name="Lakshmi Narayanan M S" userId="4f29f691-0dd0-4829-ab7d-5728a14109f4" providerId="ADAL" clId="{0144E0F7-3322-4E79-875C-1B288E12E010}" dt="2026-09-22T07:05:33.199" v="1047" actId="164"/>
          <ac:spMkLst>
            <pc:docMk/>
            <pc:sldMk cId="3816800973" sldId="2147375847"/>
            <ac:spMk id="25" creationId="{590817F5-C2A7-6E17-1AF1-D201DD062554}"/>
          </ac:spMkLst>
        </pc:spChg>
        <pc:spChg chg="add mod">
          <ac:chgData name="Lakshmi Narayanan M S" userId="4f29f691-0dd0-4829-ab7d-5728a14109f4" providerId="ADAL" clId="{0144E0F7-3322-4E79-875C-1B288E12E010}" dt="2026-09-22T07:05:33.199" v="1047" actId="164"/>
          <ac:spMkLst>
            <pc:docMk/>
            <pc:sldMk cId="3816800973" sldId="2147375847"/>
            <ac:spMk id="37" creationId="{41A29A22-AC7D-3475-DF9A-6A1B4AF1CBC4}"/>
          </ac:spMkLst>
        </pc:spChg>
        <pc:spChg chg="add mod">
          <ac:chgData name="Lakshmi Narayanan M S" userId="4f29f691-0dd0-4829-ab7d-5728a14109f4" providerId="ADAL" clId="{0144E0F7-3322-4E79-875C-1B288E12E010}" dt="2026-09-22T07:05:33.199" v="1047" actId="164"/>
          <ac:spMkLst>
            <pc:docMk/>
            <pc:sldMk cId="3816800973" sldId="2147375847"/>
            <ac:spMk id="41" creationId="{EAC584DE-45BE-FE2A-AEBB-3B21E73A9C42}"/>
          </ac:spMkLst>
        </pc:spChg>
        <pc:spChg chg="add mod">
          <ac:chgData name="Lakshmi Narayanan M S" userId="4f29f691-0dd0-4829-ab7d-5728a14109f4" providerId="ADAL" clId="{0144E0F7-3322-4E79-875C-1B288E12E010}" dt="2026-09-22T07:05:33.199" v="1047" actId="164"/>
          <ac:spMkLst>
            <pc:docMk/>
            <pc:sldMk cId="3816800973" sldId="2147375847"/>
            <ac:spMk id="49" creationId="{67885E43-30FC-95BF-E9ED-13347D399A02}"/>
          </ac:spMkLst>
        </pc:spChg>
        <pc:spChg chg="add mod">
          <ac:chgData name="Lakshmi Narayanan M S" userId="4f29f691-0dd0-4829-ab7d-5728a14109f4" providerId="ADAL" clId="{0144E0F7-3322-4E79-875C-1B288E12E010}" dt="2026-09-22T07:05:33.199" v="1047" actId="164"/>
          <ac:spMkLst>
            <pc:docMk/>
            <pc:sldMk cId="3816800973" sldId="2147375847"/>
            <ac:spMk id="69" creationId="{2629E240-18CB-74AE-51D4-4A5482A5BCDB}"/>
          </ac:spMkLst>
        </pc:spChg>
        <pc:spChg chg="mod">
          <ac:chgData name="Lakshmi Narayanan M S" userId="4f29f691-0dd0-4829-ab7d-5728a14109f4" providerId="ADAL" clId="{0144E0F7-3322-4E79-875C-1B288E12E010}" dt="2026-09-22T07:05:33.199" v="1047" actId="164"/>
          <ac:spMkLst>
            <pc:docMk/>
            <pc:sldMk cId="3816800973" sldId="2147375847"/>
            <ac:spMk id="73" creationId="{0C087C0C-CEF1-0D73-CDFE-E6CDDFB48CFC}"/>
          </ac:spMkLst>
        </pc:spChg>
        <pc:spChg chg="add mod">
          <ac:chgData name="Lakshmi Narayanan M S" userId="4f29f691-0dd0-4829-ab7d-5728a14109f4" providerId="ADAL" clId="{0144E0F7-3322-4E79-875C-1B288E12E010}" dt="2026-09-22T07:05:33.199" v="1047" actId="164"/>
          <ac:spMkLst>
            <pc:docMk/>
            <pc:sldMk cId="3816800973" sldId="2147375847"/>
            <ac:spMk id="85" creationId="{7F027DF8-5D42-0457-F6C8-E5426592F674}"/>
          </ac:spMkLst>
        </pc:spChg>
        <pc:spChg chg="add mod">
          <ac:chgData name="Lakshmi Narayanan M S" userId="4f29f691-0dd0-4829-ab7d-5728a14109f4" providerId="ADAL" clId="{0144E0F7-3322-4E79-875C-1B288E12E010}" dt="2026-09-22T07:05:33.199" v="1047" actId="164"/>
          <ac:spMkLst>
            <pc:docMk/>
            <pc:sldMk cId="3816800973" sldId="2147375847"/>
            <ac:spMk id="97" creationId="{AAD52932-DDE1-9888-65CD-69F54D9C4C0A}"/>
          </ac:spMkLst>
        </pc:spChg>
        <pc:spChg chg="del">
          <ac:chgData name="Lakshmi Narayanan M S" userId="4f29f691-0dd0-4829-ab7d-5728a14109f4" providerId="ADAL" clId="{0144E0F7-3322-4E79-875C-1B288E12E010}" dt="2026-09-22T06:06:49.210" v="762" actId="478"/>
          <ac:spMkLst>
            <pc:docMk/>
            <pc:sldMk cId="3816800973" sldId="2147375847"/>
            <ac:spMk id="98" creationId="{6CC7D743-27FA-1763-EBBB-CD0CC7949BA5}"/>
          </ac:spMkLst>
        </pc:spChg>
        <pc:spChg chg="add mod">
          <ac:chgData name="Lakshmi Narayanan M S" userId="4f29f691-0dd0-4829-ab7d-5728a14109f4" providerId="ADAL" clId="{0144E0F7-3322-4E79-875C-1B288E12E010}" dt="2026-09-22T07:05:33.199" v="1047" actId="164"/>
          <ac:spMkLst>
            <pc:docMk/>
            <pc:sldMk cId="3816800973" sldId="2147375847"/>
            <ac:spMk id="118" creationId="{C2574653-213E-030B-633A-F6A7BB1D1F54}"/>
          </ac:spMkLst>
        </pc:spChg>
        <pc:spChg chg="add mod">
          <ac:chgData name="Lakshmi Narayanan M S" userId="4f29f691-0dd0-4829-ab7d-5728a14109f4" providerId="ADAL" clId="{0144E0F7-3322-4E79-875C-1B288E12E010}" dt="2026-09-22T07:05:33.199" v="1047" actId="164"/>
          <ac:spMkLst>
            <pc:docMk/>
            <pc:sldMk cId="3816800973" sldId="2147375847"/>
            <ac:spMk id="132" creationId="{4F702797-1C2B-B9C6-7B3C-3991419F7AB1}"/>
          </ac:spMkLst>
        </pc:spChg>
        <pc:grpChg chg="del">
          <ac:chgData name="Lakshmi Narayanan M S" userId="4f29f691-0dd0-4829-ab7d-5728a14109f4" providerId="ADAL" clId="{0144E0F7-3322-4E79-875C-1B288E12E010}" dt="2026-09-22T06:06:49.210" v="762" actId="478"/>
          <ac:grpSpMkLst>
            <pc:docMk/>
            <pc:sldMk cId="3816800973" sldId="2147375847"/>
            <ac:grpSpMk id="100" creationId="{84D36EE7-CCAB-1D45-DE4A-997815600C7B}"/>
          </ac:grpSpMkLst>
        </pc:grpChg>
        <pc:grpChg chg="mod">
          <ac:chgData name="Lakshmi Narayanan M S" userId="4f29f691-0dd0-4829-ab7d-5728a14109f4" providerId="ADAL" clId="{0144E0F7-3322-4E79-875C-1B288E12E010}" dt="2026-09-22T07:05:40.693" v="1048" actId="1076"/>
          <ac:grpSpMkLst>
            <pc:docMk/>
            <pc:sldMk cId="3816800973" sldId="2147375847"/>
            <ac:grpSpMk id="135" creationId="{1BE1A419-4677-33E1-AD2D-CAD73017059C}"/>
          </ac:grpSpMkLst>
        </pc:grpChg>
      </pc:sldChg>
      <pc:sldChg chg="addSp delSp modSp add mod">
        <pc:chgData name="Lakshmi Narayanan M S" userId="4f29f691-0dd0-4829-ab7d-5728a14109f4" providerId="ADAL" clId="{0144E0F7-3322-4E79-875C-1B288E12E010}" dt="2026-09-22T07:06:01.813" v="1050" actId="478"/>
        <pc:sldMkLst>
          <pc:docMk/>
          <pc:sldMk cId="610617809" sldId="2147375848"/>
        </pc:sldMkLst>
        <pc:spChg chg="del">
          <ac:chgData name="Lakshmi Narayanan M S" userId="4f29f691-0dd0-4829-ab7d-5728a14109f4" providerId="ADAL" clId="{0144E0F7-3322-4E79-875C-1B288E12E010}" dt="2026-09-22T07:05:51.918" v="1049" actId="478"/>
          <ac:spMkLst>
            <pc:docMk/>
            <pc:sldMk cId="610617809" sldId="2147375848"/>
            <ac:spMk id="3" creationId="{740FF020-BFAE-D474-3276-8F5B54F6FA79}"/>
          </ac:spMkLst>
        </pc:spChg>
        <pc:spChg chg="del">
          <ac:chgData name="Lakshmi Narayanan M S" userId="4f29f691-0dd0-4829-ab7d-5728a14109f4" providerId="ADAL" clId="{0144E0F7-3322-4E79-875C-1B288E12E010}" dt="2026-09-22T06:09:14.997" v="865" actId="478"/>
          <ac:spMkLst>
            <pc:docMk/>
            <pc:sldMk cId="610617809" sldId="2147375848"/>
            <ac:spMk id="5" creationId="{B5758819-B025-2B7F-DF18-D8ED2F4EDAA4}"/>
          </ac:spMkLst>
        </pc:spChg>
        <pc:spChg chg="del">
          <ac:chgData name="Lakshmi Narayanan M S" userId="4f29f691-0dd0-4829-ab7d-5728a14109f4" providerId="ADAL" clId="{0144E0F7-3322-4E79-875C-1B288E12E010}" dt="2026-09-22T07:06:01.813" v="1050" actId="478"/>
          <ac:spMkLst>
            <pc:docMk/>
            <pc:sldMk cId="610617809" sldId="2147375848"/>
            <ac:spMk id="7" creationId="{9B236796-62B6-67E7-29B8-97B5BF66DEDC}"/>
          </ac:spMkLst>
        </pc:spChg>
        <pc:spChg chg="del">
          <ac:chgData name="Lakshmi Narayanan M S" userId="4f29f691-0dd0-4829-ab7d-5728a14109f4" providerId="ADAL" clId="{0144E0F7-3322-4E79-875C-1B288E12E010}" dt="2026-09-22T06:08:40.043" v="804" actId="478"/>
          <ac:spMkLst>
            <pc:docMk/>
            <pc:sldMk cId="610617809" sldId="2147375848"/>
            <ac:spMk id="8" creationId="{3CF04E51-52D2-EDB0-F0EA-1A3216CC3ADE}"/>
          </ac:spMkLst>
        </pc:spChg>
        <pc:spChg chg="add del mod">
          <ac:chgData name="Lakshmi Narayanan M S" userId="4f29f691-0dd0-4829-ab7d-5728a14109f4" providerId="ADAL" clId="{0144E0F7-3322-4E79-875C-1B288E12E010}" dt="2026-09-22T06:09:09.784" v="864" actId="478"/>
          <ac:spMkLst>
            <pc:docMk/>
            <pc:sldMk cId="610617809" sldId="2147375848"/>
            <ac:spMk id="12" creationId="{331CE6F3-94AD-FC2A-8EA6-36AD28C3AC58}"/>
          </ac:spMkLst>
        </pc:spChg>
        <pc:spChg chg="del">
          <ac:chgData name="Lakshmi Narayanan M S" userId="4f29f691-0dd0-4829-ab7d-5728a14109f4" providerId="ADAL" clId="{0144E0F7-3322-4E79-875C-1B288E12E010}" dt="2026-09-22T06:08:40.043" v="804" actId="478"/>
          <ac:spMkLst>
            <pc:docMk/>
            <pc:sldMk cId="610617809" sldId="2147375848"/>
            <ac:spMk id="17" creationId="{3A5FA475-AD78-22F0-CC72-282DF4146AA2}"/>
          </ac:spMkLst>
        </pc:spChg>
        <pc:spChg chg="add">
          <ac:chgData name="Lakshmi Narayanan M S" userId="4f29f691-0dd0-4829-ab7d-5728a14109f4" providerId="ADAL" clId="{0144E0F7-3322-4E79-875C-1B288E12E010}" dt="2026-09-22T06:08:41.387" v="805" actId="22"/>
          <ac:spMkLst>
            <pc:docMk/>
            <pc:sldMk cId="610617809" sldId="2147375848"/>
            <ac:spMk id="18" creationId="{862549DA-7C90-01BE-6FA1-CA1E74CDC523}"/>
          </ac:spMkLst>
        </pc:spChg>
        <pc:spChg chg="add">
          <ac:chgData name="Lakshmi Narayanan M S" userId="4f29f691-0dd0-4829-ab7d-5728a14109f4" providerId="ADAL" clId="{0144E0F7-3322-4E79-875C-1B288E12E010}" dt="2026-09-22T06:08:41.387" v="805" actId="22"/>
          <ac:spMkLst>
            <pc:docMk/>
            <pc:sldMk cId="610617809" sldId="2147375848"/>
            <ac:spMk id="20" creationId="{BB63DF0D-C1A0-DFF8-28D0-F81A869BC8FD}"/>
          </ac:spMkLst>
        </pc:spChg>
        <pc:spChg chg="del">
          <ac:chgData name="Lakshmi Narayanan M S" userId="4f29f691-0dd0-4829-ab7d-5728a14109f4" providerId="ADAL" clId="{0144E0F7-3322-4E79-875C-1B288E12E010}" dt="2026-09-22T06:08:40.043" v="804" actId="478"/>
          <ac:spMkLst>
            <pc:docMk/>
            <pc:sldMk cId="610617809" sldId="2147375848"/>
            <ac:spMk id="25" creationId="{8F2FAEA7-687F-1080-4A9E-0985A3F0989E}"/>
          </ac:spMkLst>
        </pc:spChg>
        <pc:spChg chg="add">
          <ac:chgData name="Lakshmi Narayanan M S" userId="4f29f691-0dd0-4829-ab7d-5728a14109f4" providerId="ADAL" clId="{0144E0F7-3322-4E79-875C-1B288E12E010}" dt="2026-09-22T06:08:41.387" v="805" actId="22"/>
          <ac:spMkLst>
            <pc:docMk/>
            <pc:sldMk cId="610617809" sldId="2147375848"/>
            <ac:spMk id="26" creationId="{91E2EC78-7B3F-9903-B5A3-30E20FE768A8}"/>
          </ac:spMkLst>
        </pc:spChg>
        <pc:spChg chg="mod">
          <ac:chgData name="Lakshmi Narayanan M S" userId="4f29f691-0dd0-4829-ab7d-5728a14109f4" providerId="ADAL" clId="{0144E0F7-3322-4E79-875C-1B288E12E010}" dt="2026-09-22T07:04:51.851" v="1039" actId="164"/>
          <ac:spMkLst>
            <pc:docMk/>
            <pc:sldMk cId="610617809" sldId="2147375848"/>
            <ac:spMk id="34" creationId="{29F54F37-ABA1-86C7-2B6A-AB7B6DFF71FA}"/>
          </ac:spMkLst>
        </pc:spChg>
        <pc:spChg chg="mod">
          <ac:chgData name="Lakshmi Narayanan M S" userId="4f29f691-0dd0-4829-ab7d-5728a14109f4" providerId="ADAL" clId="{0144E0F7-3322-4E79-875C-1B288E12E010}" dt="2026-09-22T07:04:51.851" v="1039" actId="164"/>
          <ac:spMkLst>
            <pc:docMk/>
            <pc:sldMk cId="610617809" sldId="2147375848"/>
            <ac:spMk id="36" creationId="{9B8CA1DE-5E73-C0E4-1AEC-02566CE2138A}"/>
          </ac:spMkLst>
        </pc:spChg>
        <pc:spChg chg="add">
          <ac:chgData name="Lakshmi Narayanan M S" userId="4f29f691-0dd0-4829-ab7d-5728a14109f4" providerId="ADAL" clId="{0144E0F7-3322-4E79-875C-1B288E12E010}" dt="2026-09-22T06:08:41.387" v="805" actId="22"/>
          <ac:spMkLst>
            <pc:docMk/>
            <pc:sldMk cId="610617809" sldId="2147375848"/>
            <ac:spMk id="39" creationId="{C531D44B-E931-A15C-6CB1-84101C5FBCB5}"/>
          </ac:spMkLst>
        </pc:spChg>
        <pc:spChg chg="add">
          <ac:chgData name="Lakshmi Narayanan M S" userId="4f29f691-0dd0-4829-ab7d-5728a14109f4" providerId="ADAL" clId="{0144E0F7-3322-4E79-875C-1B288E12E010}" dt="2026-09-22T06:08:41.387" v="805" actId="22"/>
          <ac:spMkLst>
            <pc:docMk/>
            <pc:sldMk cId="610617809" sldId="2147375848"/>
            <ac:spMk id="44" creationId="{946FE48E-5C44-321C-F3B9-2DDD4982420E}"/>
          </ac:spMkLst>
        </pc:spChg>
        <pc:spChg chg="mod">
          <ac:chgData name="Lakshmi Narayanan M S" userId="4f29f691-0dd0-4829-ab7d-5728a14109f4" providerId="ADAL" clId="{0144E0F7-3322-4E79-875C-1B288E12E010}" dt="2026-09-22T07:04:51.851" v="1039" actId="164"/>
          <ac:spMkLst>
            <pc:docMk/>
            <pc:sldMk cId="610617809" sldId="2147375848"/>
            <ac:spMk id="52" creationId="{D74E7588-207A-E0B2-36F9-99B9095447A3}"/>
          </ac:spMkLst>
        </pc:spChg>
        <pc:spChg chg="mod">
          <ac:chgData name="Lakshmi Narayanan M S" userId="4f29f691-0dd0-4829-ab7d-5728a14109f4" providerId="ADAL" clId="{0144E0F7-3322-4E79-875C-1B288E12E010}" dt="2026-09-22T07:04:51.851" v="1039" actId="164"/>
          <ac:spMkLst>
            <pc:docMk/>
            <pc:sldMk cId="610617809" sldId="2147375848"/>
            <ac:spMk id="58" creationId="{85AA6325-5807-B127-AD4B-AD8186FF7625}"/>
          </ac:spMkLst>
        </pc:spChg>
        <pc:spChg chg="del">
          <ac:chgData name="Lakshmi Narayanan M S" userId="4f29f691-0dd0-4829-ab7d-5728a14109f4" providerId="ADAL" clId="{0144E0F7-3322-4E79-875C-1B288E12E010}" dt="2026-09-22T06:08:40.043" v="804" actId="478"/>
          <ac:spMkLst>
            <pc:docMk/>
            <pc:sldMk cId="610617809" sldId="2147375848"/>
            <ac:spMk id="61" creationId="{2FF10E7D-FAEF-3A06-1E01-86A2D6F119FB}"/>
          </ac:spMkLst>
        </pc:spChg>
        <pc:spChg chg="add mod">
          <ac:chgData name="Lakshmi Narayanan M S" userId="4f29f691-0dd0-4829-ab7d-5728a14109f4" providerId="ADAL" clId="{0144E0F7-3322-4E79-875C-1B288E12E010}" dt="2026-09-22T07:04:51.851" v="1039" actId="164"/>
          <ac:spMkLst>
            <pc:docMk/>
            <pc:sldMk cId="610617809" sldId="2147375848"/>
            <ac:spMk id="63" creationId="{10A5AB40-B7EC-B387-5D43-2316F5236DE7}"/>
          </ac:spMkLst>
        </pc:spChg>
        <pc:spChg chg="mod">
          <ac:chgData name="Lakshmi Narayanan M S" userId="4f29f691-0dd0-4829-ab7d-5728a14109f4" providerId="ADAL" clId="{0144E0F7-3322-4E79-875C-1B288E12E010}" dt="2026-09-22T07:04:57.149" v="1041" actId="1076"/>
          <ac:spMkLst>
            <pc:docMk/>
            <pc:sldMk cId="610617809" sldId="2147375848"/>
            <ac:spMk id="71" creationId="{FD010643-77D5-BCAC-DF34-60111B24D092}"/>
          </ac:spMkLst>
        </pc:spChg>
        <pc:spChg chg="add">
          <ac:chgData name="Lakshmi Narayanan M S" userId="4f29f691-0dd0-4829-ab7d-5728a14109f4" providerId="ADAL" clId="{0144E0F7-3322-4E79-875C-1B288E12E010}" dt="2026-09-22T06:08:41.387" v="805" actId="22"/>
          <ac:spMkLst>
            <pc:docMk/>
            <pc:sldMk cId="610617809" sldId="2147375848"/>
            <ac:spMk id="76" creationId="{20CBDAF5-54AD-186B-D343-09E1B708AB3C}"/>
          </ac:spMkLst>
        </pc:spChg>
        <pc:spChg chg="del">
          <ac:chgData name="Lakshmi Narayanan M S" userId="4f29f691-0dd0-4829-ab7d-5728a14109f4" providerId="ADAL" clId="{0144E0F7-3322-4E79-875C-1B288E12E010}" dt="2026-09-22T06:08:40.043" v="804" actId="478"/>
          <ac:spMkLst>
            <pc:docMk/>
            <pc:sldMk cId="610617809" sldId="2147375848"/>
            <ac:spMk id="77" creationId="{822EC456-EFC4-C811-A7F4-C64854C3D725}"/>
          </ac:spMkLst>
        </pc:spChg>
        <pc:spChg chg="mod">
          <ac:chgData name="Lakshmi Narayanan M S" userId="4f29f691-0dd0-4829-ab7d-5728a14109f4" providerId="ADAL" clId="{0144E0F7-3322-4E79-875C-1B288E12E010}" dt="2026-09-22T07:04:51.851" v="1039" actId="164"/>
          <ac:spMkLst>
            <pc:docMk/>
            <pc:sldMk cId="610617809" sldId="2147375848"/>
            <ac:spMk id="79" creationId="{185652DF-C89D-3B13-9BA6-BEA77AD48717}"/>
          </ac:spMkLst>
        </pc:spChg>
        <pc:spChg chg="mod">
          <ac:chgData name="Lakshmi Narayanan M S" userId="4f29f691-0dd0-4829-ab7d-5728a14109f4" providerId="ADAL" clId="{0144E0F7-3322-4E79-875C-1B288E12E010}" dt="2026-09-22T07:04:51.851" v="1039" actId="164"/>
          <ac:spMkLst>
            <pc:docMk/>
            <pc:sldMk cId="610617809" sldId="2147375848"/>
            <ac:spMk id="87" creationId="{AD95E8E3-FBF7-E820-DCF0-CD94AFFF1EC9}"/>
          </ac:spMkLst>
        </pc:spChg>
        <pc:spChg chg="add">
          <ac:chgData name="Lakshmi Narayanan M S" userId="4f29f691-0dd0-4829-ab7d-5728a14109f4" providerId="ADAL" clId="{0144E0F7-3322-4E79-875C-1B288E12E010}" dt="2026-09-22T06:08:41.387" v="805" actId="22"/>
          <ac:spMkLst>
            <pc:docMk/>
            <pc:sldMk cId="610617809" sldId="2147375848"/>
            <ac:spMk id="92" creationId="{B6D5C4BD-94A4-ACCE-4A95-741A9378D669}"/>
          </ac:spMkLst>
        </pc:spChg>
        <pc:spChg chg="add">
          <ac:chgData name="Lakshmi Narayanan M S" userId="4f29f691-0dd0-4829-ab7d-5728a14109f4" providerId="ADAL" clId="{0144E0F7-3322-4E79-875C-1B288E12E010}" dt="2026-09-22T06:08:41.387" v="805" actId="22"/>
          <ac:spMkLst>
            <pc:docMk/>
            <pc:sldMk cId="610617809" sldId="2147375848"/>
            <ac:spMk id="95" creationId="{B4EAB8F9-9151-B825-E034-97CD2D201043}"/>
          </ac:spMkLst>
        </pc:spChg>
        <pc:spChg chg="mod">
          <ac:chgData name="Lakshmi Narayanan M S" userId="4f29f691-0dd0-4829-ab7d-5728a14109f4" providerId="ADAL" clId="{0144E0F7-3322-4E79-875C-1B288E12E010}" dt="2026-09-22T06:13:45.190" v="972" actId="20577"/>
          <ac:spMkLst>
            <pc:docMk/>
            <pc:sldMk cId="610617809" sldId="2147375848"/>
            <ac:spMk id="98" creationId="{3B579741-F40B-CB1B-F45B-7FCDF759D1EB}"/>
          </ac:spMkLst>
        </pc:spChg>
        <pc:spChg chg="del">
          <ac:chgData name="Lakshmi Narayanan M S" userId="4f29f691-0dd0-4829-ab7d-5728a14109f4" providerId="ADAL" clId="{0144E0F7-3322-4E79-875C-1B288E12E010}" dt="2026-09-22T06:08:40.043" v="804" actId="478"/>
          <ac:spMkLst>
            <pc:docMk/>
            <pc:sldMk cId="610617809" sldId="2147375848"/>
            <ac:spMk id="102" creationId="{C08607B5-8D12-0282-BD26-7194373EA5FF}"/>
          </ac:spMkLst>
        </pc:spChg>
        <pc:spChg chg="del">
          <ac:chgData name="Lakshmi Narayanan M S" userId="4f29f691-0dd0-4829-ab7d-5728a14109f4" providerId="ADAL" clId="{0144E0F7-3322-4E79-875C-1B288E12E010}" dt="2026-09-22T06:08:40.043" v="804" actId="478"/>
          <ac:spMkLst>
            <pc:docMk/>
            <pc:sldMk cId="610617809" sldId="2147375848"/>
            <ac:spMk id="104" creationId="{A30FB67E-DCCB-8507-0677-2E40F63D77D7}"/>
          </ac:spMkLst>
        </pc:spChg>
        <pc:spChg chg="mod">
          <ac:chgData name="Lakshmi Narayanan M S" userId="4f29f691-0dd0-4829-ab7d-5728a14109f4" providerId="ADAL" clId="{0144E0F7-3322-4E79-875C-1B288E12E010}" dt="2026-09-22T07:04:51.851" v="1039" actId="164"/>
          <ac:spMkLst>
            <pc:docMk/>
            <pc:sldMk cId="610617809" sldId="2147375848"/>
            <ac:spMk id="109" creationId="{30B03452-EEF0-534A-DAAC-FDB5C93BAF87}"/>
          </ac:spMkLst>
        </pc:spChg>
        <pc:spChg chg="del">
          <ac:chgData name="Lakshmi Narayanan M S" userId="4f29f691-0dd0-4829-ab7d-5728a14109f4" providerId="ADAL" clId="{0144E0F7-3322-4E79-875C-1B288E12E010}" dt="2026-09-22T06:08:40.043" v="804" actId="478"/>
          <ac:spMkLst>
            <pc:docMk/>
            <pc:sldMk cId="610617809" sldId="2147375848"/>
            <ac:spMk id="112" creationId="{381F7BFB-3615-EB0D-D784-EFC369917A63}"/>
          </ac:spMkLst>
        </pc:spChg>
        <pc:spChg chg="mod">
          <ac:chgData name="Lakshmi Narayanan M S" userId="4f29f691-0dd0-4829-ab7d-5728a14109f4" providerId="ADAL" clId="{0144E0F7-3322-4E79-875C-1B288E12E010}" dt="2026-09-22T07:04:51.851" v="1039" actId="164"/>
          <ac:spMkLst>
            <pc:docMk/>
            <pc:sldMk cId="610617809" sldId="2147375848"/>
            <ac:spMk id="113" creationId="{191A43F9-6510-602A-FE94-B9A9EFD4EE17}"/>
          </ac:spMkLst>
        </pc:spChg>
        <pc:spChg chg="mod">
          <ac:chgData name="Lakshmi Narayanan M S" userId="4f29f691-0dd0-4829-ab7d-5728a14109f4" providerId="ADAL" clId="{0144E0F7-3322-4E79-875C-1B288E12E010}" dt="2026-09-22T07:04:51.851" v="1039" actId="164"/>
          <ac:spMkLst>
            <pc:docMk/>
            <pc:sldMk cId="610617809" sldId="2147375848"/>
            <ac:spMk id="121" creationId="{4C77BA6A-A80C-0C23-C5DF-B06BC2AA4F4B}"/>
          </ac:spMkLst>
        </pc:spChg>
        <pc:spChg chg="del">
          <ac:chgData name="Lakshmi Narayanan M S" userId="4f29f691-0dd0-4829-ab7d-5728a14109f4" providerId="ADAL" clId="{0144E0F7-3322-4E79-875C-1B288E12E010}" dt="2026-09-22T06:08:40.043" v="804" actId="478"/>
          <ac:spMkLst>
            <pc:docMk/>
            <pc:sldMk cId="610617809" sldId="2147375848"/>
            <ac:spMk id="122" creationId="{46DD4720-B679-6F5C-EA4F-3D9E3369A9E3}"/>
          </ac:spMkLst>
        </pc:spChg>
        <pc:spChg chg="del">
          <ac:chgData name="Lakshmi Narayanan M S" userId="4f29f691-0dd0-4829-ab7d-5728a14109f4" providerId="ADAL" clId="{0144E0F7-3322-4E79-875C-1B288E12E010}" dt="2026-09-22T06:08:40.043" v="804" actId="478"/>
          <ac:spMkLst>
            <pc:docMk/>
            <pc:sldMk cId="610617809" sldId="2147375848"/>
            <ac:spMk id="132" creationId="{7C809215-5574-3CC5-18B9-E55735CE59C0}"/>
          </ac:spMkLst>
        </pc:spChg>
        <pc:spChg chg="add">
          <ac:chgData name="Lakshmi Narayanan M S" userId="4f29f691-0dd0-4829-ab7d-5728a14109f4" providerId="ADAL" clId="{0144E0F7-3322-4E79-875C-1B288E12E010}" dt="2026-09-22T06:08:41.387" v="805" actId="22"/>
          <ac:spMkLst>
            <pc:docMk/>
            <pc:sldMk cId="610617809" sldId="2147375848"/>
            <ac:spMk id="138" creationId="{D6F107CA-7A13-F8D8-E543-981F86A6503B}"/>
          </ac:spMkLst>
        </pc:spChg>
        <pc:spChg chg="mod">
          <ac:chgData name="Lakshmi Narayanan M S" userId="4f29f691-0dd0-4829-ab7d-5728a14109f4" providerId="ADAL" clId="{0144E0F7-3322-4E79-875C-1B288E12E010}" dt="2026-09-22T06:14:33.401" v="1036" actId="20577"/>
          <ac:spMkLst>
            <pc:docMk/>
            <pc:sldMk cId="610617809" sldId="2147375848"/>
            <ac:spMk id="140" creationId="{D684FE86-63C9-C147-BA10-F917A6AB1826}"/>
          </ac:spMkLst>
        </pc:spChg>
        <pc:grpChg chg="mod">
          <ac:chgData name="Lakshmi Narayanan M S" userId="4f29f691-0dd0-4829-ab7d-5728a14109f4" providerId="ADAL" clId="{0144E0F7-3322-4E79-875C-1B288E12E010}" dt="2026-09-22T07:05:03.115" v="1042" actId="1076"/>
          <ac:grpSpMkLst>
            <pc:docMk/>
            <pc:sldMk cId="610617809" sldId="2147375848"/>
            <ac:grpSpMk id="141" creationId="{2149CFDA-8DB2-E2A0-4866-D8AE86817D5B}"/>
          </ac:grpSpMkLst>
        </pc:gr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9861A7-FF28-4979-A12D-1E0D10636918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CC18D-C33D-464C-8390-9A00F1BCA3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099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D73D1-A379-4CA1-B0CA-E4F512A9F879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E52C-C53D-40FD-AFC1-8E775D931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460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D73D1-A379-4CA1-B0CA-E4F512A9F879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E52C-C53D-40FD-AFC1-8E775D931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614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D73D1-A379-4CA1-B0CA-E4F512A9F879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E52C-C53D-40FD-AFC1-8E775D931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1473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D73D1-A379-4CA1-B0CA-E4F512A9F879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E52C-C53D-40FD-AFC1-8E775D931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735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D73D1-A379-4CA1-B0CA-E4F512A9F879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E52C-C53D-40FD-AFC1-8E775D931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238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D73D1-A379-4CA1-B0CA-E4F512A9F879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E52C-C53D-40FD-AFC1-8E775D931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499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D73D1-A379-4CA1-B0CA-E4F512A9F879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E52C-C53D-40FD-AFC1-8E775D931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914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D73D1-A379-4CA1-B0CA-E4F512A9F879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E52C-C53D-40FD-AFC1-8E775D931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724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D73D1-A379-4CA1-B0CA-E4F512A9F879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E52C-C53D-40FD-AFC1-8E775D931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721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D73D1-A379-4CA1-B0CA-E4F512A9F879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E52C-C53D-40FD-AFC1-8E775D931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815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D73D1-A379-4CA1-B0CA-E4F512A9F879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E52C-C53D-40FD-AFC1-8E775D931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519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ing + large bulleted text (Apollo)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7ADE3-06ED-D842-ABAA-1F7329107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55977"/>
            <a:ext cx="5262098" cy="600164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38A7FD0-C1D1-DB4E-B116-47C9758113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1751" y="6246380"/>
            <a:ext cx="393700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 i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fld id="{31F8C8C7-1933-F545-AFBF-EBF80A98606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105D1D7-5977-1549-9D1A-6514FDEF463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52449" y="920202"/>
            <a:ext cx="5286375" cy="492443"/>
          </a:xfrm>
        </p:spPr>
        <p:txBody>
          <a:bodyPr anchor="t" anchorCtr="0"/>
          <a:lstStyle>
            <a:lvl1pPr marL="0" indent="0">
              <a:buNone/>
              <a:defRPr sz="3100" b="1" i="0">
                <a:solidFill>
                  <a:schemeClr val="accent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  <a:lvl2pPr marL="457131" indent="0">
              <a:buNone/>
              <a:defRPr sz="2000" b="1"/>
            </a:lvl2pPr>
            <a:lvl3pPr marL="914262" indent="0">
              <a:buNone/>
              <a:defRPr sz="1799" b="1"/>
            </a:lvl3pPr>
            <a:lvl4pPr marL="1371394" indent="0">
              <a:buNone/>
              <a:defRPr sz="1600" b="1"/>
            </a:lvl4pPr>
            <a:lvl5pPr marL="1828524" indent="0">
              <a:buNone/>
              <a:defRPr sz="1600" b="1"/>
            </a:lvl5pPr>
            <a:lvl6pPr marL="2285656" indent="0">
              <a:buNone/>
              <a:defRPr sz="1600" b="1"/>
            </a:lvl6pPr>
            <a:lvl7pPr marL="2742787" indent="0">
              <a:buNone/>
              <a:defRPr sz="1600" b="1"/>
            </a:lvl7pPr>
            <a:lvl8pPr marL="3199918" indent="0">
              <a:buNone/>
              <a:defRPr sz="1600" b="1"/>
            </a:lvl8pPr>
            <a:lvl9pPr marL="3657049" indent="0">
              <a:buNone/>
              <a:defRPr sz="1600" b="1"/>
            </a:lvl9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266D262-ED7C-5149-94D8-1A040816558F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3391461" y="1729750"/>
            <a:ext cx="5957812" cy="400110"/>
          </a:xfrm>
        </p:spPr>
        <p:txBody>
          <a:bodyPr/>
          <a:lstStyle>
            <a:lvl1pPr marL="216000" indent="-216000">
              <a:spcAft>
                <a:spcPts val="32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Bulleted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DD3EA3-B54F-154C-AC6C-06EA09F9DD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8974" y="5822346"/>
            <a:ext cx="2311251" cy="100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581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ing + text x2 columns (Apollo)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7ADE3-06ED-D842-ABAA-1F7329107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55977"/>
            <a:ext cx="5262098" cy="600164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3D809-6F3E-314E-9C6B-AD9E3463CEC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500" y="2270125"/>
            <a:ext cx="5236697" cy="13721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>
              <a:spcBef>
                <a:spcPts val="1600"/>
              </a:spcBef>
              <a:spcAft>
                <a:spcPts val="1600"/>
              </a:spcAft>
              <a:defRPr>
                <a:solidFill>
                  <a:schemeClr val="accent1"/>
                </a:solidFill>
                <a:latin typeface="Century Gothic" panose="020B0502020202020204" pitchFamily="34" charset="0"/>
              </a:defRPr>
            </a:lvl3pPr>
            <a:lvl4pPr>
              <a:defRPr b="1" i="0">
                <a:solidFill>
                  <a:schemeClr val="tx1"/>
                </a:solidFill>
                <a:latin typeface="Century Gothic" panose="020B0502020202020204" pitchFamily="34" charset="0"/>
                <a:cs typeface="Arial Black" panose="020B0604020202020204" pitchFamily="34" charset="0"/>
              </a:defRPr>
            </a:lvl4pPr>
            <a:lvl5pPr marL="144000" indent="-1440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38A7FD0-C1D1-DB4E-B116-47C9758113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1751" y="6246380"/>
            <a:ext cx="393700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 i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fld id="{31F8C8C7-1933-F545-AFBF-EBF80A98606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105D1D7-5977-1549-9D1A-6514FDEF463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52449" y="920202"/>
            <a:ext cx="5286375" cy="492443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3100" b="1" i="0">
                <a:solidFill>
                  <a:schemeClr val="accent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  <a:lvl2pPr marL="457131" indent="0">
              <a:buNone/>
              <a:defRPr sz="2000" b="1"/>
            </a:lvl2pPr>
            <a:lvl3pPr marL="914262" indent="0">
              <a:buNone/>
              <a:defRPr sz="1799" b="1"/>
            </a:lvl3pPr>
            <a:lvl4pPr marL="1371394" indent="0">
              <a:buNone/>
              <a:defRPr sz="1600" b="1"/>
            </a:lvl4pPr>
            <a:lvl5pPr marL="1828524" indent="0">
              <a:buNone/>
              <a:defRPr sz="1600" b="1"/>
            </a:lvl5pPr>
            <a:lvl6pPr marL="2285656" indent="0">
              <a:buNone/>
              <a:defRPr sz="1600" b="1"/>
            </a:lvl6pPr>
            <a:lvl7pPr marL="2742787" indent="0">
              <a:buNone/>
              <a:defRPr sz="1600" b="1"/>
            </a:lvl7pPr>
            <a:lvl8pPr marL="3199918" indent="0">
              <a:buNone/>
              <a:defRPr sz="1600" b="1"/>
            </a:lvl8pPr>
            <a:lvl9pPr marL="3657049" indent="0">
              <a:buNone/>
              <a:defRPr sz="1600" b="1"/>
            </a:lvl9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D6A50E1-EC03-2649-96A7-481732AC03EE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378202" y="2270125"/>
            <a:ext cx="5236697" cy="13721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>
              <a:spcBef>
                <a:spcPts val="1600"/>
              </a:spcBef>
              <a:spcAft>
                <a:spcPts val="1600"/>
              </a:spcAft>
              <a:defRPr>
                <a:solidFill>
                  <a:schemeClr val="accent1"/>
                </a:solidFill>
                <a:latin typeface="Century Gothic" panose="020B0502020202020204" pitchFamily="34" charset="0"/>
              </a:defRPr>
            </a:lvl3pPr>
            <a:lvl4pPr>
              <a:defRPr b="1" i="0">
                <a:solidFill>
                  <a:schemeClr val="tx1"/>
                </a:solidFill>
                <a:latin typeface="Century Gothic" panose="020B0502020202020204" pitchFamily="34" charset="0"/>
                <a:cs typeface="Arial Black" panose="020B0604020202020204" pitchFamily="34" charset="0"/>
              </a:defRPr>
            </a:lvl4pPr>
            <a:lvl5pPr marL="144000" indent="-1440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357F3B-3111-F04E-BD59-10ACDA7C9D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8974" y="5822346"/>
            <a:ext cx="2311251" cy="100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088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Apollo)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72CC79DB-ACFA-5C4A-BABB-21C4A42EAC1D}"/>
              </a:ext>
            </a:extLst>
          </p:cNvPr>
          <p:cNvGrpSpPr/>
          <p:nvPr userDrawn="1"/>
        </p:nvGrpSpPr>
        <p:grpSpPr>
          <a:xfrm>
            <a:off x="-1" y="0"/>
            <a:ext cx="12192001" cy="6858000"/>
            <a:chOff x="-1" y="0"/>
            <a:chExt cx="12192001" cy="685800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404EC87F-E5C7-3142-8256-B913FEF01479}"/>
                </a:ext>
              </a:extLst>
            </p:cNvPr>
            <p:cNvGrpSpPr/>
            <p:nvPr userDrawn="1"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ADFA2AC-1583-E548-A5EF-31F7D8481B7C}"/>
                  </a:ext>
                </a:extLst>
              </p:cNvPr>
              <p:cNvSpPr txBox="1"/>
              <p:nvPr userDrawn="1"/>
            </p:nvSpPr>
            <p:spPr>
              <a:xfrm>
                <a:off x="6841115" y="1483013"/>
                <a:ext cx="2118446" cy="6001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:r>
                  <a:rPr lang="en-US" sz="3900" b="1" i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Agenda</a:t>
                </a: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7AA181A3-E0EC-E34A-A0AC-24F2D2BC405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030876" y="2414427"/>
                <a:ext cx="9161124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FD074942-C639-8F44-972B-75D94E1EC24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5397476" y="0"/>
                <a:ext cx="0" cy="328773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7" name="Picture 16" descr="A picture containing sunglasses&#10;&#10;Description automatically generated">
                <a:extLst>
                  <a:ext uri="{FF2B5EF4-FFF2-40B4-BE49-F238E27FC236}">
                    <a16:creationId xmlns:a16="http://schemas.microsoft.com/office/drawing/2014/main" id="{3AD01F2D-1C3A-3D49-AB7C-D8B235D8C6D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6116594" cy="6858000"/>
              </a:xfrm>
              <a:prstGeom prst="rect">
                <a:avLst/>
              </a:prstGeom>
            </p:spPr>
          </p:pic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236B7FA1-9F68-524F-867C-851336FA8B8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5397476" y="3935003"/>
                <a:ext cx="0" cy="2922997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AADA6E5C-447F-8742-8F70-6A7FBF05BF4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1" y="2414427"/>
                <a:ext cx="2825394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CEF71675-8760-FE4F-A115-67B40624464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74675" y="6261100"/>
              <a:ext cx="1339850" cy="124638"/>
            </a:xfrm>
            <a:prstGeom prst="rect">
              <a:avLst/>
            </a:prstGeom>
          </p:spPr>
        </p:pic>
      </p:grp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38A7FD0-C1D1-DB4E-B116-47C9758113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1751" y="6246380"/>
            <a:ext cx="393700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F8C8C7-1933-F545-AFBF-EBF80A98606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4E42B5E-1905-7943-A66E-5211392622D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909107" y="2833105"/>
            <a:ext cx="4715317" cy="323165"/>
          </a:xfrm>
        </p:spPr>
        <p:txBody>
          <a:bodyPr/>
          <a:lstStyle>
            <a:lvl1pPr marL="180000" indent="-180000">
              <a:buClr>
                <a:schemeClr val="tx1"/>
              </a:buClr>
              <a:buFont typeface="Arial" panose="020B0604020202020204" pitchFamily="34" charset="0"/>
              <a:buChar char="•"/>
              <a:defRPr sz="2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Content Slide Title #</a:t>
            </a:r>
          </a:p>
        </p:txBody>
      </p:sp>
    </p:spTree>
    <p:extLst>
      <p:ext uri="{BB962C8B-B14F-4D97-AF65-F5344CB8AC3E}">
        <p14:creationId xmlns:p14="http://schemas.microsoft.com/office/powerpoint/2010/main" val="437232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text + 1 img (Apollo)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D2E526A-A743-A647-988F-74EDE171AD3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38877" y="0"/>
            <a:ext cx="5953123" cy="6858000"/>
          </a:xfrm>
          <a:solidFill>
            <a:schemeClr val="bg1">
              <a:lumMod val="85000"/>
            </a:schemeClr>
          </a:solidFill>
        </p:spPr>
        <p:txBody>
          <a:bodyPr anchor="ctr" anchorCtr="0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D7ADE3-06ED-D842-ABAA-1F7329107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099" y="355977"/>
            <a:ext cx="5407025" cy="600164"/>
          </a:xfrm>
        </p:spPr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3D809-6F3E-314E-9C6B-AD9E3463CEC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499" y="2270125"/>
            <a:ext cx="5381625" cy="137217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spcBef>
                <a:spcPts val="1600"/>
              </a:spcBef>
              <a:spcAft>
                <a:spcPts val="1600"/>
              </a:spcAft>
              <a:defRPr>
                <a:solidFill>
                  <a:schemeClr val="accent1"/>
                </a:solidFill>
              </a:defRPr>
            </a:lvl3pPr>
            <a:lvl4pPr>
              <a:defRPr b="1" i="0">
                <a:solidFill>
                  <a:schemeClr val="tx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4pPr>
            <a:lvl5pPr marL="144000" indent="-1440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38A7FD0-C1D1-DB4E-B116-47C9758113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1751" y="6246380"/>
            <a:ext cx="393700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F8C8C7-1933-F545-AFBF-EBF80A98606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105D1D7-5977-1549-9D1A-6514FDEF463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52449" y="920202"/>
            <a:ext cx="5407025" cy="492443"/>
          </a:xfrm>
        </p:spPr>
        <p:txBody>
          <a:bodyPr anchor="t" anchorCtr="0"/>
          <a:lstStyle>
            <a:lvl1pPr marL="0" indent="0">
              <a:buNone/>
              <a:defRPr sz="31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31" indent="0">
              <a:buNone/>
              <a:defRPr sz="2000" b="1"/>
            </a:lvl2pPr>
            <a:lvl3pPr marL="914262" indent="0">
              <a:buNone/>
              <a:defRPr sz="1799" b="1"/>
            </a:lvl3pPr>
            <a:lvl4pPr marL="1371394" indent="0">
              <a:buNone/>
              <a:defRPr sz="1600" b="1"/>
            </a:lvl4pPr>
            <a:lvl5pPr marL="1828524" indent="0">
              <a:buNone/>
              <a:defRPr sz="1600" b="1"/>
            </a:lvl5pPr>
            <a:lvl6pPr marL="2285656" indent="0">
              <a:buNone/>
              <a:defRPr sz="1600" b="1"/>
            </a:lvl6pPr>
            <a:lvl7pPr marL="2742787" indent="0">
              <a:buNone/>
              <a:defRPr sz="1600" b="1"/>
            </a:lvl7pPr>
            <a:lvl8pPr marL="3199918" indent="0">
              <a:buNone/>
              <a:defRPr sz="1600" b="1"/>
            </a:lvl8pPr>
            <a:lvl9pPr marL="3657049" indent="0">
              <a:buNone/>
              <a:defRPr sz="1600" b="1"/>
            </a:lvl9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353CEDB-9DAD-7E45-B158-DAD1621A26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4675" y="6261100"/>
            <a:ext cx="1339850" cy="12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027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text + 3 imgs (Apollo)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D2E526A-A743-A647-988F-74EDE171AD3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40463" y="1457664"/>
            <a:ext cx="2509837" cy="2152171"/>
          </a:xfrm>
          <a:solidFill>
            <a:schemeClr val="bg1">
              <a:lumMod val="85000"/>
            </a:schemeClr>
          </a:solidFill>
        </p:spPr>
        <p:txBody>
          <a:bodyPr anchor="ctr" anchorCtr="0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D7ADE3-06ED-D842-ABAA-1F7329107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099" y="355977"/>
            <a:ext cx="5292841" cy="600164"/>
          </a:xfrm>
        </p:spPr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3D809-6F3E-314E-9C6B-AD9E3463CEC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499" y="2270125"/>
            <a:ext cx="5381625" cy="137217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spcBef>
                <a:spcPts val="1600"/>
              </a:spcBef>
              <a:spcAft>
                <a:spcPts val="1600"/>
              </a:spcAft>
              <a:defRPr>
                <a:solidFill>
                  <a:schemeClr val="accent1"/>
                </a:solidFill>
              </a:defRPr>
            </a:lvl3pPr>
            <a:lvl4pPr>
              <a:defRPr b="1" i="0">
                <a:solidFill>
                  <a:schemeClr val="tx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4pPr>
            <a:lvl5pPr marL="144000" indent="-1440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38A7FD0-C1D1-DB4E-B116-47C9758113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1751" y="6246380"/>
            <a:ext cx="393700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F8C8C7-1933-F545-AFBF-EBF80A98606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105D1D7-5977-1549-9D1A-6514FDEF463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52449" y="920202"/>
            <a:ext cx="5400675" cy="492443"/>
          </a:xfrm>
        </p:spPr>
        <p:txBody>
          <a:bodyPr anchor="t" anchorCtr="0"/>
          <a:lstStyle>
            <a:lvl1pPr marL="0" indent="0">
              <a:buNone/>
              <a:defRPr sz="31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31" indent="0">
              <a:buNone/>
              <a:defRPr sz="2000" b="1"/>
            </a:lvl2pPr>
            <a:lvl3pPr marL="914262" indent="0">
              <a:buNone/>
              <a:defRPr sz="1799" b="1"/>
            </a:lvl3pPr>
            <a:lvl4pPr marL="1371394" indent="0">
              <a:buNone/>
              <a:defRPr sz="1600" b="1"/>
            </a:lvl4pPr>
            <a:lvl5pPr marL="1828524" indent="0">
              <a:buNone/>
              <a:defRPr sz="1600" b="1"/>
            </a:lvl5pPr>
            <a:lvl6pPr marL="2285656" indent="0">
              <a:buNone/>
              <a:defRPr sz="1600" b="1"/>
            </a:lvl6pPr>
            <a:lvl7pPr marL="2742787" indent="0">
              <a:buNone/>
              <a:defRPr sz="1600" b="1"/>
            </a:lvl7pPr>
            <a:lvl8pPr marL="3199918" indent="0">
              <a:buNone/>
              <a:defRPr sz="1600" b="1"/>
            </a:lvl8pPr>
            <a:lvl9pPr marL="3657049" indent="0">
              <a:buNone/>
              <a:defRPr sz="1600" b="1"/>
            </a:lvl9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4D3B47FE-736B-E44A-8F1C-34C244F58F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91689" y="1457664"/>
            <a:ext cx="2509837" cy="4339659"/>
          </a:xfrm>
          <a:solidFill>
            <a:schemeClr val="bg1">
              <a:lumMod val="85000"/>
            </a:schemeClr>
          </a:solidFill>
        </p:spPr>
        <p:txBody>
          <a:bodyPr anchor="ctr" anchorCtr="0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FBA384C7-BE99-634A-BC1D-1F9221458CC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40463" y="3645152"/>
            <a:ext cx="2509837" cy="2152171"/>
          </a:xfrm>
          <a:solidFill>
            <a:schemeClr val="bg1">
              <a:lumMod val="85000"/>
            </a:schemeClr>
          </a:solidFill>
        </p:spPr>
        <p:txBody>
          <a:bodyPr anchor="ctr" anchorCtr="0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B3053A1-B47E-D743-83B6-AC3BDBD09F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4675" y="6261100"/>
            <a:ext cx="1339850" cy="12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716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text + charts (Apollo)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7ADE3-06ED-D842-ABAA-1F7329107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55977"/>
            <a:ext cx="5262098" cy="600164"/>
          </a:xfrm>
        </p:spPr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3D809-6F3E-314E-9C6B-AD9E3463CEC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500" y="2270125"/>
            <a:ext cx="5236697" cy="1372171"/>
          </a:xfrm>
        </p:spPr>
        <p:txBody>
          <a:bodyPr/>
          <a:lstStyle>
            <a:lvl1pPr>
              <a:spcBef>
                <a:spcPts val="1600"/>
              </a:spcBef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spcBef>
                <a:spcPts val="1600"/>
              </a:spcBef>
              <a:spcAft>
                <a:spcPts val="1600"/>
              </a:spcAft>
              <a:defRPr>
                <a:solidFill>
                  <a:schemeClr val="accent1"/>
                </a:solidFill>
              </a:defRPr>
            </a:lvl3pPr>
            <a:lvl4pPr>
              <a:defRPr b="1" i="0">
                <a:solidFill>
                  <a:schemeClr val="tx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4pPr>
            <a:lvl5pPr marL="144000" indent="-1440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38A7FD0-C1D1-DB4E-B116-47C9758113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1751" y="6246380"/>
            <a:ext cx="393700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F8C8C7-1933-F545-AFBF-EBF80A98606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105D1D7-5977-1549-9D1A-6514FDEF463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52449" y="920202"/>
            <a:ext cx="5286375" cy="492443"/>
          </a:xfrm>
        </p:spPr>
        <p:txBody>
          <a:bodyPr anchor="t" anchorCtr="0"/>
          <a:lstStyle>
            <a:lvl1pPr marL="0" indent="0">
              <a:buNone/>
              <a:defRPr sz="31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31" indent="0">
              <a:buNone/>
              <a:defRPr sz="2000" b="1"/>
            </a:lvl2pPr>
            <a:lvl3pPr marL="914262" indent="0">
              <a:buNone/>
              <a:defRPr sz="1799" b="1"/>
            </a:lvl3pPr>
            <a:lvl4pPr marL="1371394" indent="0">
              <a:buNone/>
              <a:defRPr sz="1600" b="1"/>
            </a:lvl4pPr>
            <a:lvl5pPr marL="1828524" indent="0">
              <a:buNone/>
              <a:defRPr sz="1600" b="1"/>
            </a:lvl5pPr>
            <a:lvl6pPr marL="2285656" indent="0">
              <a:buNone/>
              <a:defRPr sz="1600" b="1"/>
            </a:lvl6pPr>
            <a:lvl7pPr marL="2742787" indent="0">
              <a:buNone/>
              <a:defRPr sz="1600" b="1"/>
            </a:lvl7pPr>
            <a:lvl8pPr marL="3199918" indent="0">
              <a:buNone/>
              <a:defRPr sz="1600" b="1"/>
            </a:lvl8pPr>
            <a:lvl9pPr marL="3657049" indent="0">
              <a:buNone/>
              <a:defRPr sz="1600" b="1"/>
            </a:lvl9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1974FC9-89DE-E447-84F0-A93FAAD760B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576791" y="841375"/>
            <a:ext cx="4066556" cy="192360"/>
          </a:xfrm>
        </p:spPr>
        <p:txBody>
          <a:bodyPr/>
          <a:lstStyle>
            <a:lvl1pPr marL="0" indent="0">
              <a:buClr>
                <a:schemeClr val="tx1"/>
              </a:buClr>
              <a:buFont typeface="Arial" panose="020B0604020202020204" pitchFamily="34" charset="0"/>
              <a:buNone/>
              <a:defRPr sz="1250" b="1" i="0">
                <a:solidFill>
                  <a:schemeClr val="tx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Chart title text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54F82F2-2FC9-C04F-80F5-CC0A5412B460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6576791" y="3742765"/>
            <a:ext cx="4066556" cy="192360"/>
          </a:xfrm>
        </p:spPr>
        <p:txBody>
          <a:bodyPr/>
          <a:lstStyle>
            <a:lvl1pPr marL="0" indent="0">
              <a:buClr>
                <a:schemeClr val="tx1"/>
              </a:buClr>
              <a:buFont typeface="Arial" panose="020B0604020202020204" pitchFamily="34" charset="0"/>
              <a:buNone/>
              <a:defRPr sz="1250" b="1" i="0">
                <a:solidFill>
                  <a:schemeClr val="tx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Chart title text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BCE20B-4002-ED4E-9456-0CDC926283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4675" y="6261100"/>
            <a:ext cx="1339850" cy="124638"/>
          </a:xfrm>
          <a:prstGeom prst="rect">
            <a:avLst/>
          </a:prstGeom>
        </p:spPr>
      </p:pic>
      <p:sp>
        <p:nvSpPr>
          <p:cNvPr id="21" name="Picture Placeholder 21">
            <a:extLst>
              <a:ext uri="{FF2B5EF4-FFF2-40B4-BE49-F238E27FC236}">
                <a16:creationId xmlns:a16="http://schemas.microsoft.com/office/drawing/2014/main" id="{D8A70E81-9EB0-314E-AC8D-E381382E331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58920" y="4286756"/>
            <a:ext cx="4084427" cy="92804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ctr" anchorCtr="0">
            <a:noAutofit/>
          </a:bodyPr>
          <a:lstStyle>
            <a:lvl1pPr algn="ctr"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39C76853-F38B-E047-893C-18AFA33E824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58920" y="4699994"/>
            <a:ext cx="4084427" cy="92804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ctr" anchorCtr="0">
            <a:noAutofit/>
          </a:bodyPr>
          <a:lstStyle>
            <a:lvl1pPr algn="ctr"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Picture Placeholder 21">
            <a:extLst>
              <a:ext uri="{FF2B5EF4-FFF2-40B4-BE49-F238E27FC236}">
                <a16:creationId xmlns:a16="http://schemas.microsoft.com/office/drawing/2014/main" id="{8DF593AC-DD72-BA4B-9EB3-D94FE1B36B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558920" y="5113232"/>
            <a:ext cx="4084427" cy="92804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ctr" anchorCtr="0">
            <a:noAutofit/>
          </a:bodyPr>
          <a:lstStyle>
            <a:lvl1pPr algn="ctr"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4" name="Picture Placeholder 21">
            <a:extLst>
              <a:ext uri="{FF2B5EF4-FFF2-40B4-BE49-F238E27FC236}">
                <a16:creationId xmlns:a16="http://schemas.microsoft.com/office/drawing/2014/main" id="{5FEC50BA-297B-C04B-8943-B6B6A12F465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58920" y="5526470"/>
            <a:ext cx="4084427" cy="92804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ctr" anchorCtr="0">
            <a:noAutofit/>
          </a:bodyPr>
          <a:lstStyle>
            <a:lvl1pPr algn="ctr"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5" name="Picture Placeholder 21">
            <a:extLst>
              <a:ext uri="{FF2B5EF4-FFF2-40B4-BE49-F238E27FC236}">
                <a16:creationId xmlns:a16="http://schemas.microsoft.com/office/drawing/2014/main" id="{FEFA225A-FDD9-F549-8718-BD1B7BA35A2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58920" y="5939709"/>
            <a:ext cx="4084427" cy="92804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ctr" anchorCtr="0">
            <a:noAutofit/>
          </a:bodyPr>
          <a:lstStyle>
            <a:lvl1pPr algn="ctr"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DDBA33E-B0C7-1E45-9353-06719869D3E6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6576791" y="4343021"/>
            <a:ext cx="687121" cy="192360"/>
          </a:xfrm>
        </p:spPr>
        <p:txBody>
          <a:bodyPr/>
          <a:lstStyle>
            <a:lvl1pPr marL="0" indent="0">
              <a:buClr>
                <a:schemeClr val="tx1"/>
              </a:buClr>
              <a:buFont typeface="Arial" panose="020B0604020202020204" pitchFamily="34" charset="0"/>
              <a:buNone/>
              <a:defRPr sz="125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####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6FAF6FE5-8194-D442-A54C-C255FBC372B9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6576791" y="4756667"/>
            <a:ext cx="687121" cy="192360"/>
          </a:xfrm>
        </p:spPr>
        <p:txBody>
          <a:bodyPr/>
          <a:lstStyle>
            <a:lvl1pPr marL="0" indent="0">
              <a:buClr>
                <a:schemeClr val="tx1"/>
              </a:buClr>
              <a:buFont typeface="Arial" panose="020B0604020202020204" pitchFamily="34" charset="0"/>
              <a:buNone/>
              <a:defRPr sz="125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####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7C18DF58-2DA8-5144-8114-51B09490C5BE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6576791" y="5170313"/>
            <a:ext cx="687121" cy="192360"/>
          </a:xfrm>
        </p:spPr>
        <p:txBody>
          <a:bodyPr/>
          <a:lstStyle>
            <a:lvl1pPr marL="0" indent="0">
              <a:buClr>
                <a:schemeClr val="tx1"/>
              </a:buClr>
              <a:buFont typeface="Arial" panose="020B0604020202020204" pitchFamily="34" charset="0"/>
              <a:buNone/>
              <a:defRPr sz="125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####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77D88270-CB90-734F-8F48-C9F55D482C73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6576791" y="5583958"/>
            <a:ext cx="687121" cy="192360"/>
          </a:xfrm>
        </p:spPr>
        <p:txBody>
          <a:bodyPr/>
          <a:lstStyle>
            <a:lvl1pPr marL="0" indent="0">
              <a:buClr>
                <a:schemeClr val="tx1"/>
              </a:buClr>
              <a:buFont typeface="Arial" panose="020B0604020202020204" pitchFamily="34" charset="0"/>
              <a:buNone/>
              <a:defRPr sz="125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####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E1B53D59-E9F8-3E4D-9282-98223C1B2C28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7135591" y="6032513"/>
            <a:ext cx="1078134" cy="192360"/>
          </a:xfrm>
        </p:spPr>
        <p:txBody>
          <a:bodyPr/>
          <a:lstStyle>
            <a:lvl1pPr marL="0" indent="0" algn="ctr">
              <a:buClr>
                <a:schemeClr val="tx1"/>
              </a:buClr>
              <a:buFont typeface="Arial" panose="020B0604020202020204" pitchFamily="34" charset="0"/>
              <a:buNone/>
              <a:defRPr sz="125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Reference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70B32E49-4A39-5C48-BB61-8024A3ABB23D}"/>
              </a:ext>
            </a:extLst>
          </p:cNvPr>
          <p:cNvSpPr>
            <a:spLocks noGrp="1"/>
          </p:cNvSpPr>
          <p:nvPr>
            <p:ph type="body" sz="half" idx="22" hasCustomPrompt="1"/>
          </p:nvPr>
        </p:nvSpPr>
        <p:spPr>
          <a:xfrm>
            <a:off x="8203979" y="6032513"/>
            <a:ext cx="1078134" cy="192360"/>
          </a:xfrm>
        </p:spPr>
        <p:txBody>
          <a:bodyPr/>
          <a:lstStyle>
            <a:lvl1pPr marL="0" indent="0" algn="ctr">
              <a:buClr>
                <a:schemeClr val="tx1"/>
              </a:buClr>
              <a:buFont typeface="Arial" panose="020B0604020202020204" pitchFamily="34" charset="0"/>
              <a:buNone/>
              <a:defRPr sz="125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Reference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C19EC399-9F3F-194F-B6C7-9383C99679B8}"/>
              </a:ext>
            </a:extLst>
          </p:cNvPr>
          <p:cNvSpPr>
            <a:spLocks noGrp="1"/>
          </p:cNvSpPr>
          <p:nvPr>
            <p:ph type="body" sz="half" idx="23" hasCustomPrompt="1"/>
          </p:nvPr>
        </p:nvSpPr>
        <p:spPr>
          <a:xfrm>
            <a:off x="9272366" y="6032513"/>
            <a:ext cx="1078134" cy="192360"/>
          </a:xfrm>
        </p:spPr>
        <p:txBody>
          <a:bodyPr/>
          <a:lstStyle>
            <a:lvl1pPr marL="0" indent="0" algn="ctr">
              <a:buClr>
                <a:schemeClr val="tx1"/>
              </a:buClr>
              <a:buFont typeface="Arial" panose="020B0604020202020204" pitchFamily="34" charset="0"/>
              <a:buNone/>
              <a:defRPr sz="125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Reference</a:t>
            </a:r>
          </a:p>
        </p:txBody>
      </p:sp>
      <p:sp>
        <p:nvSpPr>
          <p:cNvPr id="33" name="Picture Placeholder 21">
            <a:extLst>
              <a:ext uri="{FF2B5EF4-FFF2-40B4-BE49-F238E27FC236}">
                <a16:creationId xmlns:a16="http://schemas.microsoft.com/office/drawing/2014/main" id="{4A02F95B-A712-B341-95C6-9594764C03E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639050" y="5099050"/>
            <a:ext cx="79375" cy="882650"/>
          </a:xfrm>
          <a:solidFill>
            <a:schemeClr val="accent1"/>
          </a:solidFill>
        </p:spPr>
        <p:txBody>
          <a:bodyPr anchor="ctr" anchorCtr="0">
            <a:noAutofit/>
          </a:bodyPr>
          <a:lstStyle>
            <a:lvl1pPr algn="ctr">
              <a:defRPr sz="4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4" name="Picture Placeholder 21">
            <a:extLst>
              <a:ext uri="{FF2B5EF4-FFF2-40B4-BE49-F238E27FC236}">
                <a16:creationId xmlns:a16="http://schemas.microsoft.com/office/drawing/2014/main" id="{8D2748F2-4276-5145-8E11-EFD48FA051BA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699500" y="5016500"/>
            <a:ext cx="79375" cy="965200"/>
          </a:xfrm>
          <a:solidFill>
            <a:schemeClr val="tx1"/>
          </a:solidFill>
        </p:spPr>
        <p:txBody>
          <a:bodyPr anchor="ctr" anchorCtr="0">
            <a:noAutofit/>
          </a:bodyPr>
          <a:lstStyle>
            <a:lvl1pPr algn="ctr">
              <a:defRPr sz="4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5" name="Picture Placeholder 21">
            <a:extLst>
              <a:ext uri="{FF2B5EF4-FFF2-40B4-BE49-F238E27FC236}">
                <a16:creationId xmlns:a16="http://schemas.microsoft.com/office/drawing/2014/main" id="{CF8E5F20-DAA9-6240-8BAD-A8EB3BB6C95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774920" y="4874861"/>
            <a:ext cx="79375" cy="1111250"/>
          </a:xfrm>
          <a:solidFill>
            <a:schemeClr val="accent1"/>
          </a:solidFill>
        </p:spPr>
        <p:txBody>
          <a:bodyPr anchor="ctr" anchorCtr="0">
            <a:noAutofit/>
          </a:bodyPr>
          <a:lstStyle>
            <a:lvl1pPr algn="ctr">
              <a:defRPr sz="4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3AFBDBBD-7FC7-764E-9ED3-28833BBCF4AD}"/>
              </a:ext>
            </a:extLst>
          </p:cNvPr>
          <p:cNvSpPr>
            <a:spLocks noGrp="1"/>
          </p:cNvSpPr>
          <p:nvPr>
            <p:ph type="body" sz="half" idx="27" hasCustomPrompt="1"/>
          </p:nvPr>
        </p:nvSpPr>
        <p:spPr>
          <a:xfrm>
            <a:off x="7222001" y="4729718"/>
            <a:ext cx="908028" cy="369332"/>
          </a:xfrm>
        </p:spPr>
        <p:txBody>
          <a:bodyPr/>
          <a:lstStyle>
            <a:lvl1pPr marL="0" indent="0" algn="ctr">
              <a:buClr>
                <a:schemeClr val="tx1"/>
              </a:buClr>
              <a:buFont typeface="Arial" panose="020B0604020202020204" pitchFamily="34" charset="0"/>
              <a:buNone/>
              <a:defRPr sz="24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####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28B3C4C0-C924-E54C-821A-5251C112D3E8}"/>
              </a:ext>
            </a:extLst>
          </p:cNvPr>
          <p:cNvSpPr>
            <a:spLocks noGrp="1"/>
          </p:cNvSpPr>
          <p:nvPr>
            <p:ph type="body" sz="half" idx="28" hasCustomPrompt="1"/>
          </p:nvPr>
        </p:nvSpPr>
        <p:spPr>
          <a:xfrm>
            <a:off x="8291976" y="4647168"/>
            <a:ext cx="908028" cy="369332"/>
          </a:xfrm>
        </p:spPr>
        <p:txBody>
          <a:bodyPr/>
          <a:lstStyle>
            <a:lvl1pPr marL="0" indent="0" algn="ctr">
              <a:buClr>
                <a:schemeClr val="tx1"/>
              </a:buClr>
              <a:buFont typeface="Arial" panose="020B0604020202020204" pitchFamily="34" charset="0"/>
              <a:buNone/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####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70F81161-8B5F-CA43-8FEB-87B442378F7F}"/>
              </a:ext>
            </a:extLst>
          </p:cNvPr>
          <p:cNvSpPr>
            <a:spLocks noGrp="1"/>
          </p:cNvSpPr>
          <p:nvPr>
            <p:ph type="body" sz="half" idx="29" hasCustomPrompt="1"/>
          </p:nvPr>
        </p:nvSpPr>
        <p:spPr>
          <a:xfrm>
            <a:off x="9359006" y="4478887"/>
            <a:ext cx="908028" cy="369332"/>
          </a:xfrm>
        </p:spPr>
        <p:txBody>
          <a:bodyPr/>
          <a:lstStyle>
            <a:lvl1pPr marL="0" indent="0" algn="ctr">
              <a:buClr>
                <a:schemeClr val="tx1"/>
              </a:buClr>
              <a:buFont typeface="Arial" panose="020B0604020202020204" pitchFamily="34" charset="0"/>
              <a:buNone/>
              <a:defRPr sz="24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####</a:t>
            </a:r>
          </a:p>
        </p:txBody>
      </p:sp>
    </p:spTree>
    <p:extLst>
      <p:ext uri="{BB962C8B-B14F-4D97-AF65-F5344CB8AC3E}">
        <p14:creationId xmlns:p14="http://schemas.microsoft.com/office/powerpoint/2010/main" val="4028959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opt 2 (Apollo)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C4376537-1AB9-2F42-916C-AD3EF71C91D7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0" name="Picture 19" descr="A picture containing flower, drawing&#10;&#10;Description automatically generated">
              <a:extLst>
                <a:ext uri="{FF2B5EF4-FFF2-40B4-BE49-F238E27FC236}">
                  <a16:creationId xmlns:a16="http://schemas.microsoft.com/office/drawing/2014/main" id="{469145E8-D477-7F4F-A491-3443EB758D2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DA93A899-42F1-2948-A92A-1F59136ED4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74675" y="6261100"/>
              <a:ext cx="1339850" cy="124638"/>
            </a:xfrm>
            <a:prstGeom prst="rect">
              <a:avLst/>
            </a:prstGeom>
          </p:spPr>
        </p:pic>
      </p:grp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8393463-2325-6447-B6BF-D516E125F589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461751" y="6246380"/>
            <a:ext cx="393700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F8C8C7-1933-F545-AFBF-EBF80A98606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A6AF9E6-AF49-4D4B-BEF8-59DEB27AC93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46100" y="1890054"/>
            <a:ext cx="5292726" cy="6001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Divider Slide 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1A06E91-73A8-6E49-85DD-FE6F9DFC8EE4}"/>
              </a:ext>
            </a:extLst>
          </p:cNvPr>
          <p:cNvSpPr>
            <a:spLocks noGrp="1"/>
          </p:cNvSpPr>
          <p:nvPr userDrawn="1">
            <p:ph type="body" idx="10" hasCustomPrompt="1"/>
          </p:nvPr>
        </p:nvSpPr>
        <p:spPr>
          <a:xfrm>
            <a:off x="552450" y="2454279"/>
            <a:ext cx="5292727" cy="492443"/>
          </a:xfrm>
        </p:spPr>
        <p:txBody>
          <a:bodyPr anchor="t" anchorCtr="0"/>
          <a:lstStyle>
            <a:lvl1pPr marL="0" indent="0">
              <a:buNone/>
              <a:defRPr sz="31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31" indent="0">
              <a:buNone/>
              <a:defRPr sz="2000" b="1"/>
            </a:lvl2pPr>
            <a:lvl3pPr marL="914262" indent="0">
              <a:buNone/>
              <a:defRPr sz="1799" b="1"/>
            </a:lvl3pPr>
            <a:lvl4pPr marL="1371394" indent="0">
              <a:buNone/>
              <a:defRPr sz="1600" b="1"/>
            </a:lvl4pPr>
            <a:lvl5pPr marL="1828524" indent="0">
              <a:buNone/>
              <a:defRPr sz="1600" b="1"/>
            </a:lvl5pPr>
            <a:lvl6pPr marL="2285656" indent="0">
              <a:buNone/>
              <a:defRPr sz="1600" b="1"/>
            </a:lvl6pPr>
            <a:lvl7pPr marL="2742787" indent="0">
              <a:buNone/>
              <a:defRPr sz="1600" b="1"/>
            </a:lvl7pPr>
            <a:lvl8pPr marL="3199918" indent="0">
              <a:buNone/>
              <a:defRPr sz="1600" b="1"/>
            </a:lvl8pPr>
            <a:lvl9pPr marL="3657049" indent="0">
              <a:buNone/>
              <a:defRPr sz="1600" b="1"/>
            </a:lvl9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02331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opt 1 (Apolo Tyres)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053FC12B-B670-6D42-895B-A61AC60B33DB}"/>
              </a:ext>
            </a:extLst>
          </p:cNvPr>
          <p:cNvGrpSpPr/>
          <p:nvPr userDrawn="1"/>
        </p:nvGrpSpPr>
        <p:grpSpPr>
          <a:xfrm>
            <a:off x="4778368" y="159711"/>
            <a:ext cx="2699811" cy="6372646"/>
            <a:chOff x="4778368" y="159711"/>
            <a:chExt cx="2699811" cy="6372646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9B3654E-E2CA-484B-A181-04A77D6EFC1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778368" y="159711"/>
              <a:ext cx="2699811" cy="1170622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65653EE-3370-F347-A753-E3C97E376E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42435" y="5908690"/>
              <a:ext cx="2307130" cy="623667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D874696-D5A5-6946-B2C3-D45677F26C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993900" y="2645598"/>
            <a:ext cx="8204200" cy="1538883"/>
          </a:xfrm>
        </p:spPr>
        <p:txBody>
          <a:bodyPr anchor="ctr" anchorCtr="0"/>
          <a:lstStyle>
            <a:lvl1pPr algn="ctr">
              <a:defRPr sz="5000">
                <a:solidFill>
                  <a:srgbClr val="9519EF"/>
                </a:solidFill>
              </a:defRPr>
            </a:lvl1pPr>
          </a:lstStyle>
          <a:p>
            <a:r>
              <a:rPr lang="en-GB"/>
              <a:t>Presentation Title</a:t>
            </a:r>
            <a:br>
              <a:rPr lang="en-GB"/>
            </a:br>
            <a:r>
              <a:rPr lang="en-GB"/>
              <a:t>Date of Presentation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022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unglasses&#10;&#10;Description automatically generated">
            <a:extLst>
              <a:ext uri="{FF2B5EF4-FFF2-40B4-BE49-F238E27FC236}">
                <a16:creationId xmlns:a16="http://schemas.microsoft.com/office/drawing/2014/main" id="{3AD01F2D-1C3A-3D49-AB7C-D8B235D8C6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1560629" y="6150100"/>
            <a:ext cx="631370" cy="707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050BCC5-2A08-5F46-9238-D529D6F48C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228608"/>
            <a:ext cx="1698171" cy="6293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5653EE-3370-F347-A753-E3C97E376E2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62353" y="6249291"/>
            <a:ext cx="2307130" cy="623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404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ing + text + tables (Apollo)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7ADE3-06ED-D842-ABAA-1F7329107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1061701" cy="600164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38A7FD0-C1D1-DB4E-B116-47C9758113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4132" y="6609662"/>
            <a:ext cx="393700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1050" b="0" i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fld id="{31F8C8C7-1933-F545-AFBF-EBF80A98606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105D1D7-5977-1549-9D1A-6514FDEF463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350" y="564225"/>
            <a:ext cx="11061701" cy="492443"/>
          </a:xfrm>
        </p:spPr>
        <p:txBody>
          <a:bodyPr anchor="t" anchorCtr="0"/>
          <a:lstStyle>
            <a:lvl1pPr marL="0" indent="0">
              <a:buNone/>
              <a:defRPr sz="3100" b="1" i="0">
                <a:solidFill>
                  <a:schemeClr val="accent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  <a:lvl2pPr marL="457131" indent="0">
              <a:buNone/>
              <a:defRPr sz="2000" b="1"/>
            </a:lvl2pPr>
            <a:lvl3pPr marL="914262" indent="0">
              <a:buNone/>
              <a:defRPr sz="1799" b="1"/>
            </a:lvl3pPr>
            <a:lvl4pPr marL="1371394" indent="0">
              <a:buNone/>
              <a:defRPr sz="1600" b="1"/>
            </a:lvl4pPr>
            <a:lvl5pPr marL="1828524" indent="0">
              <a:buNone/>
              <a:defRPr sz="1600" b="1"/>
            </a:lvl5pPr>
            <a:lvl6pPr marL="2285656" indent="0">
              <a:buNone/>
              <a:defRPr sz="1600" b="1"/>
            </a:lvl6pPr>
            <a:lvl7pPr marL="2742787" indent="0">
              <a:buNone/>
              <a:defRPr sz="1600" b="1"/>
            </a:lvl7pPr>
            <a:lvl8pPr marL="3199918" indent="0">
              <a:buNone/>
              <a:defRPr sz="1600" b="1"/>
            </a:lvl8pPr>
            <a:lvl9pPr marL="3657049" indent="0">
              <a:buNone/>
              <a:defRPr sz="1600" b="1"/>
            </a:lvl9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E69F3A-93D7-EAAE-C619-771ACB0AFA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73399" y="0"/>
            <a:ext cx="1478422" cy="547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13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6D73D1-A379-4CA1-B0CA-E4F512A9F879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50E52C-C53D-40FD-AFC1-8E775D931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359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59AAAD-0A7B-9341-BDAA-70C86D3DC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55977"/>
            <a:ext cx="11068050" cy="6001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E2750C-EBDB-8746-8853-3E1C5458C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500" y="2273301"/>
            <a:ext cx="11042650" cy="1372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65D1EFF1-676D-5B4F-ADD1-385132620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25531" y="6246380"/>
            <a:ext cx="2200275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An Apollo </a:t>
            </a:r>
            <a:r>
              <a:rPr lang="en-US" err="1"/>
              <a:t>Tyres</a:t>
            </a:r>
            <a:r>
              <a:rPr lang="en-US"/>
              <a:t> Ltd Brand /</a:t>
            </a: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862DE64E-C84C-F940-BACC-9FBF1E1F18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1751" y="6246380"/>
            <a:ext cx="393700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F8C8C7-1933-F545-AFBF-EBF80A9860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034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hf hdr="0" dt="0"/>
  <p:txStyles>
    <p:titleStyle>
      <a:lvl1pPr algn="l" defTabSz="914262" rtl="0" eaLnBrk="1" latinLnBrk="0" hangingPunct="1">
        <a:lnSpc>
          <a:spcPct val="100000"/>
        </a:lnSpc>
        <a:spcBef>
          <a:spcPct val="0"/>
        </a:spcBef>
        <a:buNone/>
        <a:defRPr sz="3900" b="1" i="0" kern="1200">
          <a:solidFill>
            <a:schemeClr val="tx1"/>
          </a:solidFill>
          <a:latin typeface="Arial" panose="020B0604020202020204" pitchFamily="34" charset="0"/>
          <a:ea typeface="Helvetica Neue Medium" panose="02000503000000020004" pitchFamily="2" charset="0"/>
          <a:cs typeface="Arial" panose="020B0604020202020204" pitchFamily="34" charset="0"/>
        </a:defRPr>
      </a:lvl1pPr>
    </p:titleStyle>
    <p:bodyStyle>
      <a:lvl1pPr marL="0" indent="0" algn="l" defTabSz="914262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250" b="1" i="0" kern="1200">
          <a:solidFill>
            <a:schemeClr val="tx1"/>
          </a:solidFill>
          <a:latin typeface="Arial Black" panose="020B0604020202020204" pitchFamily="34" charset="0"/>
          <a:ea typeface="Helvetica Neue Light" panose="02000403000000020004" pitchFamily="2" charset="0"/>
          <a:cs typeface="Arial Black" panose="020B0604020202020204" pitchFamily="34" charset="0"/>
        </a:defRPr>
      </a:lvl1pPr>
      <a:lvl2pPr marL="0" indent="0" algn="l" defTabSz="914262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250" b="0" i="0" kern="1200">
          <a:solidFill>
            <a:schemeClr val="tx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2pPr>
      <a:lvl3pPr marL="0" indent="0" algn="l" defTabSz="914262" rtl="0" eaLnBrk="1" latinLnBrk="0" hangingPunct="1">
        <a:lnSpc>
          <a:spcPct val="100000"/>
        </a:lnSpc>
        <a:spcBef>
          <a:spcPts val="1600"/>
        </a:spcBef>
        <a:spcAft>
          <a:spcPts val="1600"/>
        </a:spcAft>
        <a:buFont typeface="Arial" panose="020B0604020202020204" pitchFamily="34" charset="0"/>
        <a:buNone/>
        <a:defRPr sz="1250" b="0" i="1" kern="1200">
          <a:solidFill>
            <a:schemeClr val="tx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3pPr>
      <a:lvl4pPr marL="0" indent="0" algn="l" defTabSz="914262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250" b="1" i="0" kern="1200">
          <a:solidFill>
            <a:schemeClr val="tx1"/>
          </a:solidFill>
          <a:latin typeface="Arial Black" panose="020B0604020202020204" pitchFamily="34" charset="0"/>
          <a:ea typeface="Helvetica Neue Light" panose="02000403000000020004" pitchFamily="2" charset="0"/>
          <a:cs typeface="Arial Black" panose="020B0604020202020204" pitchFamily="34" charset="0"/>
        </a:defRPr>
      </a:lvl4pPr>
      <a:lvl5pPr marL="144000" indent="-144000" algn="l" defTabSz="914262" rtl="0" eaLnBrk="1" latinLnBrk="0" hangingPunct="1">
        <a:lnSpc>
          <a:spcPct val="100000"/>
        </a:lnSpc>
        <a:spcBef>
          <a:spcPts val="0"/>
        </a:spcBef>
        <a:spcAft>
          <a:spcPts val="1600"/>
        </a:spcAft>
        <a:buClr>
          <a:schemeClr val="tx1"/>
        </a:buClr>
        <a:buFont typeface="Arial" panose="020B0604020202020204" pitchFamily="34" charset="0"/>
        <a:buChar char="•"/>
        <a:defRPr sz="1250" b="0" i="0" kern="1200">
          <a:solidFill>
            <a:schemeClr val="tx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5pPr>
      <a:lvl6pPr marL="2514221" indent="-228565" algn="l" defTabSz="91426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1352" indent="-228565" algn="l" defTabSz="91426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8483" indent="-228565" algn="l" defTabSz="91426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614" indent="-228565" algn="l" defTabSz="91426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6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131" algn="l" defTabSz="91426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262" algn="l" defTabSz="91426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394" algn="l" defTabSz="91426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524" algn="l" defTabSz="91426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656" algn="l" defTabSz="91426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787" algn="l" defTabSz="91426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918" algn="l" defTabSz="91426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7049" algn="l" defTabSz="91426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64">
          <p15:clr>
            <a:srgbClr val="F26B43"/>
          </p15:clr>
        </p15:guide>
        <p15:guide id="4" pos="3931">
          <p15:clr>
            <a:srgbClr val="F26B43"/>
          </p15:clr>
        </p15:guide>
        <p15:guide id="5" pos="3750">
          <p15:clr>
            <a:srgbClr val="F26B43"/>
          </p15:clr>
        </p15:guide>
        <p15:guide id="6" pos="7316">
          <p15:clr>
            <a:srgbClr val="F26B43"/>
          </p15:clr>
        </p15:guide>
        <p15:guide id="7" orient="horz" pos="644">
          <p15:clr>
            <a:srgbClr val="F26B43"/>
          </p15:clr>
        </p15:guide>
        <p15:guide id="8" orient="horz" pos="822">
          <p15:clr>
            <a:srgbClr val="F26B43"/>
          </p15:clr>
        </p15:guide>
        <p15:guide id="9" orient="horz" pos="1450">
          <p15:clr>
            <a:srgbClr val="F26B43"/>
          </p15:clr>
        </p15:guide>
        <p15:guide id="10" orient="horz" pos="3946">
          <p15:clr>
            <a:srgbClr val="F26B43"/>
          </p15:clr>
        </p15:guide>
        <p15:guide id="11" orient="horz" pos="4018">
          <p15:clr>
            <a:srgbClr val="F26B43"/>
          </p15:clr>
        </p15:guide>
        <p15:guide id="12" pos="1964">
          <p15:clr>
            <a:srgbClr val="F26B43"/>
          </p15:clr>
        </p15:guide>
        <p15:guide id="13" pos="5716">
          <p15:clr>
            <a:srgbClr val="F26B43"/>
          </p15:clr>
        </p15:guide>
        <p15:guide id="14" pos="2148">
          <p15:clr>
            <a:srgbClr val="F26B43"/>
          </p15:clr>
        </p15:guide>
        <p15:guide id="15" pos="5532">
          <p15:clr>
            <a:srgbClr val="F26B43"/>
          </p15:clr>
        </p15:guide>
        <p15:guide id="16" pos="1072">
          <p15:clr>
            <a:srgbClr val="F26B43"/>
          </p15:clr>
        </p15:guide>
        <p15:guide id="17" pos="1256">
          <p15:clr>
            <a:srgbClr val="F26B43"/>
          </p15:clr>
        </p15:guide>
        <p15:guide id="18" pos="6608">
          <p15:clr>
            <a:srgbClr val="F26B43"/>
          </p15:clr>
        </p15:guide>
        <p15:guide id="19" pos="6424">
          <p15:clr>
            <a:srgbClr val="F26B43"/>
          </p15:clr>
        </p15:guide>
        <p15:guide id="20" pos="2856">
          <p15:clr>
            <a:srgbClr val="F26B43"/>
          </p15:clr>
        </p15:guide>
        <p15:guide id="21" pos="3038">
          <p15:clr>
            <a:srgbClr val="F26B43"/>
          </p15:clr>
        </p15:guide>
        <p15:guide id="22" pos="4642">
          <p15:clr>
            <a:srgbClr val="F26B43"/>
          </p15:clr>
        </p15:guide>
        <p15:guide id="23" pos="4824">
          <p15:clr>
            <a:srgbClr val="F26B43"/>
          </p15:clr>
        </p15:guide>
        <p15:guide id="24" orient="horz" pos="530">
          <p15:clr>
            <a:srgbClr val="F26B43"/>
          </p15:clr>
        </p15:guide>
        <p15:guide id="25" orient="horz" pos="302">
          <p15:clr>
            <a:srgbClr val="F26B43"/>
          </p15:clr>
        </p15:guide>
        <p15:guide id="26" pos="3678">
          <p15:clr>
            <a:srgbClr val="F26B43"/>
          </p15:clr>
        </p15:guide>
        <p15:guide id="27" pos="4002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Custom 104">
      <a:dk1>
        <a:srgbClr val="18181E"/>
      </a:dk1>
      <a:lt1>
        <a:srgbClr val="FFFFFF"/>
      </a:lt1>
      <a:dk2>
        <a:srgbClr val="363636"/>
      </a:dk2>
      <a:lt2>
        <a:srgbClr val="F0EBE5"/>
      </a:lt2>
      <a:accent1>
        <a:srgbClr val="9519EF"/>
      </a:accent1>
      <a:accent2>
        <a:srgbClr val="0049D5"/>
      </a:accent2>
      <a:accent3>
        <a:srgbClr val="FF003B"/>
      </a:accent3>
      <a:accent4>
        <a:srgbClr val="5C2C91"/>
      </a:accent4>
      <a:accent5>
        <a:srgbClr val="FF592A"/>
      </a:accent5>
      <a:accent6>
        <a:srgbClr val="D9D5CD"/>
      </a:accent6>
      <a:hlink>
        <a:srgbClr val="18181D"/>
      </a:hlink>
      <a:folHlink>
        <a:srgbClr val="18181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50"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58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250" b="0" i="0" dirty="0" smtClean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79917C0DA7A24F984B7C178C8885D2" ma:contentTypeVersion="15" ma:contentTypeDescription="Create a new document." ma:contentTypeScope="" ma:versionID="a8851ffecfe250f4c5358ab54784e3f7">
  <xsd:schema xmlns:xsd="http://www.w3.org/2001/XMLSchema" xmlns:xs="http://www.w3.org/2001/XMLSchema" xmlns:p="http://schemas.microsoft.com/office/2006/metadata/properties" xmlns:ns2="e111df50-b3d8-40a9-912c-e38868d67d3b" xmlns:ns3="39dc72c9-a7ad-483c-b2f4-c8954efbed0f" targetNamespace="http://schemas.microsoft.com/office/2006/metadata/properties" ma:root="true" ma:fieldsID="4bf228e6121c0b5f58124ebca72d04fe" ns2:_="" ns3:_="">
    <xsd:import namespace="e111df50-b3d8-40a9-912c-e38868d67d3b"/>
    <xsd:import namespace="39dc72c9-a7ad-483c-b2f4-c8954efbed0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11df50-b3d8-40a9-912c-e38868d67d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a703d47-3645-4c9e-a171-15a9e3e11a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dc72c9-a7ad-483c-b2f4-c8954efbed0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8f5e826d-29d9-4c00-b30c-d269bebdb3cb}" ma:internalName="TaxCatchAll" ma:showField="CatchAllData" ma:web="39dc72c9-a7ad-483c-b2f4-c8954efbed0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111df50-b3d8-40a9-912c-e38868d67d3b">
      <Terms xmlns="http://schemas.microsoft.com/office/infopath/2007/PartnerControls"/>
    </lcf76f155ced4ddcb4097134ff3c332f>
    <TaxCatchAll xmlns="39dc72c9-a7ad-483c-b2f4-c8954efbed0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97C389-CB7C-45A6-9A40-AA13B051C720}">
  <ds:schemaRefs>
    <ds:schemaRef ds:uri="39dc72c9-a7ad-483c-b2f4-c8954efbed0f"/>
    <ds:schemaRef ds:uri="e111df50-b3d8-40a9-912c-e38868d67d3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AD6A5AD-BBDC-4297-AB52-90AC68499B95}">
  <ds:schemaRefs>
    <ds:schemaRef ds:uri="39dc72c9-a7ad-483c-b2f4-c8954efbed0f"/>
    <ds:schemaRef ds:uri="http://schemas.microsoft.com/office/infopath/2007/PartnerControls"/>
    <ds:schemaRef ds:uri="e111df50-b3d8-40a9-912c-e38868d67d3b"/>
    <ds:schemaRef ds:uri="http://schemas.openxmlformats.org/package/2006/metadata/core-properties"/>
    <ds:schemaRef ds:uri="http://www.w3.org/XML/1998/namespace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6D3CFC8-AF62-448C-A5A2-1B9F755F10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3989</Words>
  <Application>Microsoft Office PowerPoint</Application>
  <PresentationFormat>Widescreen</PresentationFormat>
  <Paragraphs>2077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Arial Black</vt:lpstr>
      <vt:lpstr>Arial,Sans-Serif</vt:lpstr>
      <vt:lpstr>Calibri</vt:lpstr>
      <vt:lpstr>Calibri Light</vt:lpstr>
      <vt:lpstr>Century Gothic</vt:lpstr>
      <vt:lpstr>Wingdings</vt:lpstr>
      <vt:lpstr>Office Theme</vt:lpstr>
      <vt:lpstr>2_Office Theme</vt:lpstr>
      <vt:lpstr>PowerPoint Presentation</vt:lpstr>
      <vt:lpstr>DTT development- Tyre duty cycle Dashboard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DTT WFT report template (Apollo Tyres)</dc:title>
  <dc:creator>Anil Kumar C</dc:creator>
  <cp:lastModifiedBy>Lakshmi Narayanan M S</cp:lastModifiedBy>
  <cp:revision>1</cp:revision>
  <dcterms:created xsi:type="dcterms:W3CDTF">2025-08-26T11:23:33Z</dcterms:created>
  <dcterms:modified xsi:type="dcterms:W3CDTF">2026-09-22T07:34:04Z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0x0101003A79917C0DA7A24F984B7C178C8885D2</vt:lpwstr>
  </property>
  <property fmtid="{D5CDD505-2E9C-101B-9397-08002B2CF9AE}" pid="3" name="MediaServiceImageTags">
    <vt:lpwstr/>
  </property>
</Properties>
</file>